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E+eVyD2Qp2v6W2zbd0lSZj6iM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64008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 Analysis of Inclusive HR Practices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Technological Adaptation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210312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5EEAD4"/>
                </a:solidFill>
                <a:latin typeface="Cambria"/>
                <a:ea typeface="Cambria"/>
                <a:cs typeface="Cambria"/>
                <a:sym typeface="Cambria"/>
              </a:rPr>
              <a:t>at Microsign Products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2834640"/>
            <a:ext cx="6858000" cy="2743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29260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HRM620 | Group 4 | Section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Raisul Islam Opu  ·  Md Rifat Rahman  ·  MD Showrav Zaman  ·  Mehbub Shifat Ur Rasul  ·  Md. Amir Nasir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0" y="274320"/>
            <a:ext cx="1645920" cy="1645920"/>
          </a:xfrm>
          <a:prstGeom prst="ellipse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38160" y="1645920"/>
            <a:ext cx="1005840" cy="1005840"/>
          </a:xfrm>
          <a:prstGeom prst="ellipse">
            <a:avLst/>
          </a:prstGeom>
          <a:solidFill>
            <a:srgbClr val="F59E0B">
              <a:alpha val="4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2851" y="2926070"/>
            <a:ext cx="2297925" cy="210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66928" y="1115568"/>
            <a:ext cx="548640" cy="5486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66928" y="1115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207008" y="109728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07008" y="1444752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Background of Microsign Products &amp; its unique workforce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2267712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66928" y="2377440"/>
            <a:ext cx="548640" cy="5486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66928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07008" y="235915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Organizational &amp; Industry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07008" y="2706624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Competitive landscape &amp; company culture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3529584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66928" y="3639312"/>
            <a:ext cx="548640" cy="5486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66928" y="36393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07008" y="3621024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07008" y="3968496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Core HR challenge during technology shift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64608" y="1115568"/>
            <a:ext cx="548640" cy="5486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864608" y="1115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504688" y="109728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Case Study Solutions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504688" y="1444752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Mehta's 7-pronged HR model in 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54880" y="2267712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64608" y="2377440"/>
            <a:ext cx="548640" cy="5486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864608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504688" y="235915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Alternative 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504688" y="2706624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Four structured proposals for sustainable inclusion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80" y="3529584"/>
            <a:ext cx="40233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64608" y="3639312"/>
            <a:ext cx="548640" cy="5486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64608" y="36393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504688" y="3621024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504688" y="3968496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Key takeaways &amp; path forward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Introduction: </a:t>
            </a:r>
            <a:r>
              <a:rPr b="1" lang="en-US" sz="3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What </a:t>
            </a: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is Microsign?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11475" y="1051551"/>
            <a:ext cx="8229600" cy="3644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7825" y="1823075"/>
            <a:ext cx="7776900" cy="20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Founded in 1979 by Nisheeth P. Mehta in Bhavnagar, Gujarat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Manufacturer of electrical, electronics, and auto components; later diversified into aerospace and power sectors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Serves major clients like BHEL, ISRO, ABB, Siemens, and Larsen &amp; Toubro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Recognized for high quality standards (ISO 9001) and strong productivity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A leading example of inclusive employment, with ~60% differently-abled workforce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Built on an HR model focused on equality, ability, and inclusion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- 2017 turning point: shift toward advanced automation to stay competitive</a:t>
            </a:r>
            <a:endParaRPr b="0" i="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Core challenge: balancing technological upgrade with inclusive workplace culture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Organizational &amp; Industry Context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11480" y="100584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76072" y="113385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🏛  Company Culture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76072" y="1508760"/>
            <a:ext cx="82296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76072" y="1627632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Built on innovation, integrity, humanity &amp; selflessness. Mission: think differently, deliver quality, connect with community.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19472" y="113385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🤝  HR Philosophy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19472" y="1508760"/>
            <a:ext cx="82296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19472" y="1627632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Disabled workers framed as differently abled. Recruitment, training, career dev &amp; retention all tailored to diverse abilities.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11480" y="297180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76072" y="309981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📉  Market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76072" y="3474720"/>
            <a:ext cx="82296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576072" y="3593592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2010–2017: rapid technology change &amp; surge in low-cost Chinese manufacturing put Indian firms under intense cost &amp; quality pressure.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19472" y="309981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⚙️  The 2017 Inflection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919472" y="3474720"/>
            <a:ext cx="82296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19472" y="3593592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Mehta decided to adopt advanced German machinery to stay competitive — a pivotal moment that tested the company's people-first culture.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0D9488">
              <a:alpha val="8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94360" y="960120"/>
            <a:ext cx="7955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can an organization built on a differently abled workforce adapt to advanced technology without compromising its inclusive culture?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11480" y="2514600"/>
            <a:ext cx="2697480" cy="2286000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11480" y="2514600"/>
            <a:ext cx="109728" cy="2286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94360" y="2606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Competitive Pressure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94360" y="3063240"/>
            <a:ext cx="2377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Chinese manufacturers offered cheaper products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337560" y="2514600"/>
            <a:ext cx="2697480" cy="2286000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337560" y="2514600"/>
            <a:ext cx="109728" cy="2286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520440" y="2606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Technological Shift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520440" y="3063240"/>
            <a:ext cx="2377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Advanced German machines require re-skilling — challenging for a 60% differently abled workforce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63640" y="2514600"/>
            <a:ext cx="2697480" cy="2286000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263640" y="2514600"/>
            <a:ext cx="109728" cy="2286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446520" y="2606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Culture at Risk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46520" y="3063240"/>
            <a:ext cx="2377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Four decades of informal, human-centred practices are not documented 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Solutions Highlighted in the Case Study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11480" y="1005840"/>
            <a:ext cx="41148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48640" y="1161288"/>
            <a:ext cx="502920" cy="50292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48640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161288" y="116128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Reframe Disability as Difference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" y="1719072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Deaf workers assigned to noisy environments where their sensory difference was an advantage.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754880" y="1005840"/>
            <a:ext cx="41148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892040" y="1161288"/>
            <a:ext cx="502920" cy="50292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892040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504688" y="116128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Inclusive, Performance-Oriented HR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892040" y="1719072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Recruitment, training, career dev &amp; retention designed for diverse disabilities — without singling anyone out.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11480" y="3017520"/>
            <a:ext cx="41148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48640" y="3172968"/>
            <a:ext cx="502920" cy="50292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48640" y="31729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161288" y="317296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People-First Tech Adoption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3730752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Mehta viewed new German machines as tools, not replacements.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54880" y="3017520"/>
            <a:ext cx="41148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892040" y="3172968"/>
            <a:ext cx="502920" cy="50292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892040" y="31729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504688" y="317296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Proof That Inclusion Drives Growth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892040" y="3730752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Revenue grew from ₹15,000 to ₹80,000,000. Low turnover, near-zero rejection rates, and national &amp; international recognition.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Alternative Solutions: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Four structured recommendations to scale Microsign's inclusive culture as technology advances: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417320"/>
            <a:ext cx="8229600" cy="749808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1417320"/>
            <a:ext cx="5029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57200" y="141732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97280" y="149047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Accessibility-First Machine Selection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97280" y="1837944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Universal Design (Steinfeld &amp; Maisel, 2012)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2286000"/>
            <a:ext cx="8229600" cy="749808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57200" y="2286000"/>
            <a:ext cx="5029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57200" y="228600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97280" y="235915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Peer Training Program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097280" y="2706624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Train-the-Trainer Model (Burke, 2023)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3154680"/>
            <a:ext cx="8229600" cy="749808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57200" y="3154680"/>
            <a:ext cx="5029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57200" y="315468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97280" y="322783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Phased Technology Roll-Out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097280" y="3575304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Change Management (Kotter, 2012)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4023360"/>
            <a:ext cx="8229600" cy="749808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" y="4023360"/>
            <a:ext cx="502920" cy="7498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57200" y="402336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97280" y="409651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Codify the Inclusive HR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97280" y="4443984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Knowledge Management (Nonaka &amp; Takeuchi, 2007)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Alternative Solutions: A &amp; 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11480" y="1005840"/>
            <a:ext cx="4114800" cy="4572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30352" y="10241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 Accessibility-First Machine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8640" y="1536192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Include HR managers and floor supervisors in machine procurement decisions.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Evaluate German machines for: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Visual alert systems for deaf workers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Height-adjustable controls for physically challenged staff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Theory: Universal Design principles ensure environments work for everyone by default.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892040" y="10241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 Structured Peer Training Program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892040" y="1536192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Formalize Microsign's existing informal mentoring culture.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Select experienced workers as trainers first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Train them on new machines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• Deploy them to train their own teams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Benefit: employees learn from trusted peers, not strangers. Preserves the family-like workplace culture.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Basis: Train-the-Trainer model (Burke, 2023).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Alternative Solutions: C &amp; 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11480" y="1005840"/>
            <a:ext cx="41148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11480" y="1005840"/>
            <a:ext cx="4114800" cy="4572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30352" y="10241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 Phased Technology Roll-Out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1536192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 new machinery in stages rather than all at once.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1: Skills assessment — understand each employee's capacity &amp; training needs.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2: Reassign employees whose roles may change (e.g., to QC or supervisory roles) before machines arrive.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Benefit: protects job security, reduces anxiety, ensures no one is left behind.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Basis: Change management best practice (Kotter, 2012).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892040" y="10241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  Codify the Inclusive HR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892040" y="1536192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Much of Microsign's inclusive culture is informal — held in practice, not paper.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Risk: if Mehta steps down, these practices could disappear.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Solution: document HR policies, training approaches &amp; workplace accommodations as written guidelines.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Basis: Nonaka &amp; Takeuchi (2007) — codifying tacit knowledge drives long-term survival.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57200" y="96012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1371600"/>
            <a:ext cx="42976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Inclusion and profitability are not trade-offs — Microsign proves they reinforce each other.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years of inclusive leadership created a rare, replicable HR model in Indian manufacturing.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2017 technology upgrade is an inflection point: adapt the model or risk losing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four alternatives institutionalise what has so far depended on one leader's personal vision.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any industry: sincere, policy-anchored inclusion is a performance driver, not a burden.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937760" y="960120"/>
            <a:ext cx="3840480" cy="3840480"/>
          </a:xfrm>
          <a:prstGeom prst="rect">
            <a:avLst/>
          </a:prstGeom>
          <a:solidFill>
            <a:srgbClr val="25355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074920" y="107899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The Challenge Ahead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074920" y="1417320"/>
            <a:ext cx="64008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5074920" y="155448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Microsign must ensure that what Mehta built over four decades outlives him — rooted in systems, not just in one man's vision.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With the four alternative solutions, Microsign can: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→ Modernize without marginalising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→ Scale without losing soul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→ Compete without compromising care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mission now is to make inclusion institutional.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5EEAD4"/>
                </a:solidFill>
                <a:latin typeface="Cambria"/>
                <a:ea typeface="Cambria"/>
                <a:cs typeface="Cambria"/>
                <a:sym typeface="Cambria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2743200" y="2880360"/>
            <a:ext cx="3657600" cy="36576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HRM620 | Group 4 | An Analysis of Inclusive HR Practices &amp; Technological Adaptation at Microsign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Raisul Islam Opu  ·  Md Rifat Rahman  ·  MD Showrav Zaman  ·  Mehbub Shifat Ur Rasul  ·  Md. Amir Nasir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2026-05-03T18:33:07Z</dcterms:created>
  <dc:creator>PptxGenJS</dc:creator>
</cp:coreProperties>
</file>