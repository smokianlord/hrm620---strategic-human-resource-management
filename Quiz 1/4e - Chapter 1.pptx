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9144000"/>
  <p:notesSz cx="6858000" cy="9144000"/>
  <p:embeddedFontLst>
    <p:embeddedFont>
      <p:font typeface="Arial Narrow"/>
      <p:regular r:id="rId25"/>
      <p:bold r:id="rId26"/>
      <p:italic r:id="rId27"/>
      <p:boldItalic r:id="rId28"/>
    </p:embeddedFont>
    <p:embeddedFont>
      <p:font typeface="Tahoma"/>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ArialNarrow-bold.fntdata"/><Relationship Id="rId25" Type="http://schemas.openxmlformats.org/officeDocument/2006/relationships/font" Target="fonts/ArialNarrow-regular.fntdata"/><Relationship Id="rId28" Type="http://schemas.openxmlformats.org/officeDocument/2006/relationships/font" Target="fonts/ArialNarrow-boldItalic.fntdata"/><Relationship Id="rId27" Type="http://schemas.openxmlformats.org/officeDocument/2006/relationships/font" Target="fonts/ArialNarrow-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Tahoma-regular.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Tahoma-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
          <p:cNvSpPr txBox="1"/>
          <p:nvPr>
            <p:ph idx="11" type="ftr"/>
          </p:nvPr>
        </p:nvSpPr>
        <p:spPr>
          <a:xfrm>
            <a:off x="685800" y="6172200"/>
            <a:ext cx="4495800" cy="47625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med">
    <p:push dir="r"/>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685800" y="304800"/>
            <a:ext cx="7772400" cy="9144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4"/>
          <p:cNvSpPr txBox="1"/>
          <p:nvPr>
            <p:ph idx="1" type="body"/>
          </p:nvPr>
        </p:nvSpPr>
        <p:spPr>
          <a:xfrm>
            <a:off x="685800" y="1447800"/>
            <a:ext cx="7772400" cy="48768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t" bIns="45700" lIns="137150" spcFirstLastPara="1" rIns="137150" wrap="square" tIns="45700">
            <a:noAutofit/>
          </a:bodyPr>
          <a:lstStyle>
            <a:lvl1pPr indent="-342900" lvl="0" marL="457200" algn="l">
              <a:spcBef>
                <a:spcPts val="360"/>
              </a:spcBef>
              <a:spcAft>
                <a:spcPts val="0"/>
              </a:spcAft>
              <a:buClr>
                <a:schemeClr val="lt1"/>
              </a:buClr>
              <a:buSzPts val="1800"/>
              <a:buChar char="•"/>
              <a:defRPr/>
            </a:lvl1pPr>
            <a:lvl2pPr indent="-342900" lvl="1" marL="914400" algn="l">
              <a:spcBef>
                <a:spcPts val="360"/>
              </a:spcBef>
              <a:spcAft>
                <a:spcPts val="0"/>
              </a:spcAft>
              <a:buClr>
                <a:srgbClr val="FFFF99"/>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24" name="Google Shape;24;p4"/>
          <p:cNvSpPr txBox="1"/>
          <p:nvPr>
            <p:ph idx="11" type="ftr"/>
          </p:nvPr>
        </p:nvSpPr>
        <p:spPr>
          <a:xfrm>
            <a:off x="685800" y="6477000"/>
            <a:ext cx="3886200" cy="228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2" type="sldNum"/>
          </p:nvPr>
        </p:nvSpPr>
        <p:spPr>
          <a:xfrm>
            <a:off x="6400800" y="6477000"/>
            <a:ext cx="2133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transition spd="med">
    <p:push dir="r"/>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6" name="Shape 26"/>
        <p:cNvGrpSpPr/>
        <p:nvPr/>
      </p:nvGrpSpPr>
      <p:grpSpPr>
        <a:xfrm>
          <a:off x="0" y="0"/>
          <a:ext cx="0" cy="0"/>
          <a:chOff x="0" y="0"/>
          <a:chExt cx="0" cy="0"/>
        </a:xfrm>
      </p:grpSpPr>
      <p:sp>
        <p:nvSpPr>
          <p:cNvPr id="27" name="Google Shape;27;p5"/>
          <p:cNvSpPr txBox="1"/>
          <p:nvPr>
            <p:ph type="title"/>
          </p:nvPr>
        </p:nvSpPr>
        <p:spPr>
          <a:xfrm>
            <a:off x="685800" y="304800"/>
            <a:ext cx="7772400" cy="9144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5"/>
          <p:cNvSpPr txBox="1"/>
          <p:nvPr>
            <p:ph idx="1" type="body"/>
          </p:nvPr>
        </p:nvSpPr>
        <p:spPr>
          <a:xfrm>
            <a:off x="685800" y="1447800"/>
            <a:ext cx="3810000" cy="48768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t" bIns="45700" lIns="137150" spcFirstLastPara="1" rIns="137150" wrap="square" tIns="45700">
            <a:noAutofit/>
          </a:bodyPr>
          <a:lstStyle>
            <a:lvl1pPr indent="-406400" lvl="0" marL="457200" algn="l">
              <a:spcBef>
                <a:spcPts val="560"/>
              </a:spcBef>
              <a:spcAft>
                <a:spcPts val="0"/>
              </a:spcAft>
              <a:buClr>
                <a:schemeClr val="lt1"/>
              </a:buClr>
              <a:buSzPts val="2800"/>
              <a:buFont typeface="Times New Roman"/>
              <a:buChar char="•"/>
              <a:defRPr sz="2800"/>
            </a:lvl1pPr>
            <a:lvl2pPr indent="-381000" lvl="1" marL="914400" algn="l">
              <a:spcBef>
                <a:spcPts val="480"/>
              </a:spcBef>
              <a:spcAft>
                <a:spcPts val="0"/>
              </a:spcAft>
              <a:buClr>
                <a:srgbClr val="FFFF99"/>
              </a:buClr>
              <a:buSzPts val="2400"/>
              <a:buFont typeface="Arial Narrow"/>
              <a:buChar char="–"/>
              <a:defRPr sz="2400"/>
            </a:lvl2pPr>
            <a:lvl3pPr indent="-355600" lvl="2" marL="1371600" algn="l">
              <a:spcBef>
                <a:spcPts val="400"/>
              </a:spcBef>
              <a:spcAft>
                <a:spcPts val="0"/>
              </a:spcAft>
              <a:buClr>
                <a:schemeClr val="lt1"/>
              </a:buClr>
              <a:buSzPts val="2000"/>
              <a:buFont typeface="Times New Roman"/>
              <a:buChar char="•"/>
              <a:defRPr sz="2000"/>
            </a:lvl3pPr>
            <a:lvl4pPr indent="-342900" lvl="3" marL="1828800" algn="l">
              <a:spcBef>
                <a:spcPts val="360"/>
              </a:spcBef>
              <a:spcAft>
                <a:spcPts val="0"/>
              </a:spcAft>
              <a:buClr>
                <a:schemeClr val="lt1"/>
              </a:buClr>
              <a:buSzPts val="1800"/>
              <a:buFont typeface="Times New Roman"/>
              <a:buChar char="–"/>
              <a:defRPr sz="1800"/>
            </a:lvl4pPr>
            <a:lvl5pPr indent="-342900" lvl="4" marL="2286000" algn="l">
              <a:spcBef>
                <a:spcPts val="360"/>
              </a:spcBef>
              <a:spcAft>
                <a:spcPts val="0"/>
              </a:spcAft>
              <a:buClr>
                <a:schemeClr val="lt1"/>
              </a:buClr>
              <a:buSzPts val="1800"/>
              <a:buFont typeface="Times New Roman"/>
              <a:buChar char="»"/>
              <a:defRPr sz="1800"/>
            </a:lvl5pPr>
            <a:lvl6pPr indent="-342900" lvl="5" marL="2743200" algn="l">
              <a:spcBef>
                <a:spcPts val="360"/>
              </a:spcBef>
              <a:spcAft>
                <a:spcPts val="0"/>
              </a:spcAft>
              <a:buClr>
                <a:schemeClr val="lt1"/>
              </a:buClr>
              <a:buSzPts val="1800"/>
              <a:buFont typeface="Times New Roman"/>
              <a:buChar char="»"/>
              <a:defRPr sz="1800"/>
            </a:lvl6pPr>
            <a:lvl7pPr indent="-342900" lvl="6" marL="3200400" algn="l">
              <a:spcBef>
                <a:spcPts val="360"/>
              </a:spcBef>
              <a:spcAft>
                <a:spcPts val="0"/>
              </a:spcAft>
              <a:buClr>
                <a:schemeClr val="lt1"/>
              </a:buClr>
              <a:buSzPts val="1800"/>
              <a:buFont typeface="Times New Roman"/>
              <a:buChar char="»"/>
              <a:defRPr sz="1800"/>
            </a:lvl7pPr>
            <a:lvl8pPr indent="-342900" lvl="7" marL="3657600" algn="l">
              <a:spcBef>
                <a:spcPts val="360"/>
              </a:spcBef>
              <a:spcAft>
                <a:spcPts val="0"/>
              </a:spcAft>
              <a:buClr>
                <a:schemeClr val="lt1"/>
              </a:buClr>
              <a:buSzPts val="1800"/>
              <a:buFont typeface="Times New Roman"/>
              <a:buChar char="»"/>
              <a:defRPr sz="1800"/>
            </a:lvl8pPr>
            <a:lvl9pPr indent="-342900" lvl="8" marL="4114800" algn="l">
              <a:spcBef>
                <a:spcPts val="360"/>
              </a:spcBef>
              <a:spcAft>
                <a:spcPts val="0"/>
              </a:spcAft>
              <a:buClr>
                <a:schemeClr val="lt1"/>
              </a:buClr>
              <a:buSzPts val="1800"/>
              <a:buFont typeface="Times New Roman"/>
              <a:buChar char="»"/>
              <a:defRPr sz="1800"/>
            </a:lvl9pPr>
          </a:lstStyle>
          <a:p/>
        </p:txBody>
      </p:sp>
      <p:sp>
        <p:nvSpPr>
          <p:cNvPr id="29" name="Google Shape;29;p5"/>
          <p:cNvSpPr txBox="1"/>
          <p:nvPr>
            <p:ph idx="2" type="body"/>
          </p:nvPr>
        </p:nvSpPr>
        <p:spPr>
          <a:xfrm>
            <a:off x="4648200" y="1447800"/>
            <a:ext cx="3810000" cy="48768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t" bIns="45700" lIns="137150" spcFirstLastPara="1" rIns="137150" wrap="square" tIns="45700">
            <a:noAutofit/>
          </a:bodyPr>
          <a:lstStyle>
            <a:lvl1pPr indent="-406400" lvl="0" marL="457200" algn="l">
              <a:spcBef>
                <a:spcPts val="560"/>
              </a:spcBef>
              <a:spcAft>
                <a:spcPts val="0"/>
              </a:spcAft>
              <a:buClr>
                <a:schemeClr val="lt1"/>
              </a:buClr>
              <a:buSzPts val="2800"/>
              <a:buFont typeface="Times New Roman"/>
              <a:buChar char="•"/>
              <a:defRPr sz="2800"/>
            </a:lvl1pPr>
            <a:lvl2pPr indent="-381000" lvl="1" marL="914400" algn="l">
              <a:spcBef>
                <a:spcPts val="480"/>
              </a:spcBef>
              <a:spcAft>
                <a:spcPts val="0"/>
              </a:spcAft>
              <a:buClr>
                <a:srgbClr val="FFFF99"/>
              </a:buClr>
              <a:buSzPts val="2400"/>
              <a:buFont typeface="Arial Narrow"/>
              <a:buChar char="–"/>
              <a:defRPr sz="2400"/>
            </a:lvl2pPr>
            <a:lvl3pPr indent="-355600" lvl="2" marL="1371600" algn="l">
              <a:spcBef>
                <a:spcPts val="400"/>
              </a:spcBef>
              <a:spcAft>
                <a:spcPts val="0"/>
              </a:spcAft>
              <a:buClr>
                <a:schemeClr val="lt1"/>
              </a:buClr>
              <a:buSzPts val="2000"/>
              <a:buFont typeface="Times New Roman"/>
              <a:buChar char="•"/>
              <a:defRPr sz="2000"/>
            </a:lvl3pPr>
            <a:lvl4pPr indent="-342900" lvl="3" marL="1828800" algn="l">
              <a:spcBef>
                <a:spcPts val="360"/>
              </a:spcBef>
              <a:spcAft>
                <a:spcPts val="0"/>
              </a:spcAft>
              <a:buClr>
                <a:schemeClr val="lt1"/>
              </a:buClr>
              <a:buSzPts val="1800"/>
              <a:buFont typeface="Times New Roman"/>
              <a:buChar char="–"/>
              <a:defRPr sz="1800"/>
            </a:lvl4pPr>
            <a:lvl5pPr indent="-342900" lvl="4" marL="2286000" algn="l">
              <a:spcBef>
                <a:spcPts val="360"/>
              </a:spcBef>
              <a:spcAft>
                <a:spcPts val="0"/>
              </a:spcAft>
              <a:buClr>
                <a:schemeClr val="lt1"/>
              </a:buClr>
              <a:buSzPts val="1800"/>
              <a:buFont typeface="Times New Roman"/>
              <a:buChar char="»"/>
              <a:defRPr sz="1800"/>
            </a:lvl5pPr>
            <a:lvl6pPr indent="-342900" lvl="5" marL="2743200" algn="l">
              <a:spcBef>
                <a:spcPts val="360"/>
              </a:spcBef>
              <a:spcAft>
                <a:spcPts val="0"/>
              </a:spcAft>
              <a:buClr>
                <a:schemeClr val="lt1"/>
              </a:buClr>
              <a:buSzPts val="1800"/>
              <a:buFont typeface="Times New Roman"/>
              <a:buChar char="»"/>
              <a:defRPr sz="1800"/>
            </a:lvl6pPr>
            <a:lvl7pPr indent="-342900" lvl="6" marL="3200400" algn="l">
              <a:spcBef>
                <a:spcPts val="360"/>
              </a:spcBef>
              <a:spcAft>
                <a:spcPts val="0"/>
              </a:spcAft>
              <a:buClr>
                <a:schemeClr val="lt1"/>
              </a:buClr>
              <a:buSzPts val="1800"/>
              <a:buFont typeface="Times New Roman"/>
              <a:buChar char="»"/>
              <a:defRPr sz="1800"/>
            </a:lvl7pPr>
            <a:lvl8pPr indent="-342900" lvl="7" marL="3657600" algn="l">
              <a:spcBef>
                <a:spcPts val="360"/>
              </a:spcBef>
              <a:spcAft>
                <a:spcPts val="0"/>
              </a:spcAft>
              <a:buClr>
                <a:schemeClr val="lt1"/>
              </a:buClr>
              <a:buSzPts val="1800"/>
              <a:buFont typeface="Times New Roman"/>
              <a:buChar char="»"/>
              <a:defRPr sz="1800"/>
            </a:lvl8pPr>
            <a:lvl9pPr indent="-342900" lvl="8" marL="4114800" algn="l">
              <a:spcBef>
                <a:spcPts val="360"/>
              </a:spcBef>
              <a:spcAft>
                <a:spcPts val="0"/>
              </a:spcAft>
              <a:buClr>
                <a:schemeClr val="lt1"/>
              </a:buClr>
              <a:buSzPts val="1800"/>
              <a:buFont typeface="Times New Roman"/>
              <a:buChar char="»"/>
              <a:defRPr sz="1800"/>
            </a:lvl9pPr>
          </a:lstStyle>
          <a:p/>
        </p:txBody>
      </p:sp>
      <p:sp>
        <p:nvSpPr>
          <p:cNvPr id="30" name="Google Shape;30;p5"/>
          <p:cNvSpPr txBox="1"/>
          <p:nvPr>
            <p:ph idx="11" type="ftr"/>
          </p:nvPr>
        </p:nvSpPr>
        <p:spPr>
          <a:xfrm>
            <a:off x="685800" y="6477000"/>
            <a:ext cx="3886200" cy="228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2" type="sldNum"/>
          </p:nvPr>
        </p:nvSpPr>
        <p:spPr>
          <a:xfrm>
            <a:off x="6400800" y="6477000"/>
            <a:ext cx="2133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transition spd="med">
    <p:push dir="r"/>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2" name="Shape 32"/>
        <p:cNvGrpSpPr/>
        <p:nvPr/>
      </p:nvGrpSpPr>
      <p:grpSpPr>
        <a:xfrm>
          <a:off x="0" y="0"/>
          <a:ext cx="0" cy="0"/>
          <a:chOff x="0" y="0"/>
          <a:chExt cx="0" cy="0"/>
        </a:xfrm>
      </p:grpSpPr>
      <p:sp>
        <p:nvSpPr>
          <p:cNvPr id="33" name="Google Shape;33;p6"/>
          <p:cNvSpPr txBox="1"/>
          <p:nvPr>
            <p:ph type="title"/>
          </p:nvPr>
        </p:nvSpPr>
        <p:spPr>
          <a:xfrm rot="5400000">
            <a:off x="4476750" y="2343150"/>
            <a:ext cx="6019800" cy="19431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 name="Google Shape;34;p6"/>
          <p:cNvSpPr txBox="1"/>
          <p:nvPr>
            <p:ph idx="1" type="body"/>
          </p:nvPr>
        </p:nvSpPr>
        <p:spPr>
          <a:xfrm rot="5400000">
            <a:off x="514350" y="476250"/>
            <a:ext cx="6019800" cy="56769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t" bIns="45700" lIns="137150" spcFirstLastPara="1" rIns="137150" wrap="square" tIns="45700">
            <a:noAutofit/>
          </a:bodyPr>
          <a:lstStyle>
            <a:lvl1pPr indent="-342900" lvl="0" marL="457200" algn="l">
              <a:spcBef>
                <a:spcPts val="360"/>
              </a:spcBef>
              <a:spcAft>
                <a:spcPts val="0"/>
              </a:spcAft>
              <a:buClr>
                <a:schemeClr val="lt1"/>
              </a:buClr>
              <a:buSzPts val="1800"/>
              <a:buChar char="•"/>
              <a:defRPr/>
            </a:lvl1pPr>
            <a:lvl2pPr indent="-342900" lvl="1" marL="914400" algn="l">
              <a:spcBef>
                <a:spcPts val="360"/>
              </a:spcBef>
              <a:spcAft>
                <a:spcPts val="0"/>
              </a:spcAft>
              <a:buClr>
                <a:srgbClr val="FFFF99"/>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35" name="Google Shape;35;p6"/>
          <p:cNvSpPr txBox="1"/>
          <p:nvPr>
            <p:ph idx="11" type="ftr"/>
          </p:nvPr>
        </p:nvSpPr>
        <p:spPr>
          <a:xfrm>
            <a:off x="685800" y="6477000"/>
            <a:ext cx="3886200" cy="228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
          <p:cNvSpPr txBox="1"/>
          <p:nvPr>
            <p:ph idx="12" type="sldNum"/>
          </p:nvPr>
        </p:nvSpPr>
        <p:spPr>
          <a:xfrm>
            <a:off x="6400800" y="6477000"/>
            <a:ext cx="2133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transition spd="med">
    <p:push dir="r"/>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 name="Shape 37"/>
        <p:cNvGrpSpPr/>
        <p:nvPr/>
      </p:nvGrpSpPr>
      <p:grpSpPr>
        <a:xfrm>
          <a:off x="0" y="0"/>
          <a:ext cx="0" cy="0"/>
          <a:chOff x="0" y="0"/>
          <a:chExt cx="0" cy="0"/>
        </a:xfrm>
      </p:grpSpPr>
      <p:sp>
        <p:nvSpPr>
          <p:cNvPr id="38" name="Google Shape;38;p7"/>
          <p:cNvSpPr txBox="1"/>
          <p:nvPr>
            <p:ph type="title"/>
          </p:nvPr>
        </p:nvSpPr>
        <p:spPr>
          <a:xfrm>
            <a:off x="685800" y="304800"/>
            <a:ext cx="7772400" cy="9144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7"/>
          <p:cNvSpPr txBox="1"/>
          <p:nvPr>
            <p:ph idx="1" type="body"/>
          </p:nvPr>
        </p:nvSpPr>
        <p:spPr>
          <a:xfrm rot="5400000">
            <a:off x="2133600" y="0"/>
            <a:ext cx="4876800" cy="77724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t" bIns="45700" lIns="137150" spcFirstLastPara="1" rIns="137150" wrap="square" tIns="45700">
            <a:noAutofit/>
          </a:bodyPr>
          <a:lstStyle>
            <a:lvl1pPr indent="-342900" lvl="0" marL="457200" algn="l">
              <a:spcBef>
                <a:spcPts val="360"/>
              </a:spcBef>
              <a:spcAft>
                <a:spcPts val="0"/>
              </a:spcAft>
              <a:buClr>
                <a:schemeClr val="lt1"/>
              </a:buClr>
              <a:buSzPts val="1800"/>
              <a:buChar char="•"/>
              <a:defRPr/>
            </a:lvl1pPr>
            <a:lvl2pPr indent="-342900" lvl="1" marL="914400" algn="l">
              <a:spcBef>
                <a:spcPts val="360"/>
              </a:spcBef>
              <a:spcAft>
                <a:spcPts val="0"/>
              </a:spcAft>
              <a:buClr>
                <a:srgbClr val="FFFF99"/>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40" name="Google Shape;40;p7"/>
          <p:cNvSpPr txBox="1"/>
          <p:nvPr>
            <p:ph idx="11" type="ftr"/>
          </p:nvPr>
        </p:nvSpPr>
        <p:spPr>
          <a:xfrm>
            <a:off x="685800" y="6477000"/>
            <a:ext cx="3886200" cy="228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7"/>
          <p:cNvSpPr txBox="1"/>
          <p:nvPr>
            <p:ph idx="12" type="sldNum"/>
          </p:nvPr>
        </p:nvSpPr>
        <p:spPr>
          <a:xfrm>
            <a:off x="6400800" y="6477000"/>
            <a:ext cx="2133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transition spd="med">
    <p:push dir="r"/>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2" name="Shape 42"/>
        <p:cNvGrpSpPr/>
        <p:nvPr/>
      </p:nvGrpSpPr>
      <p:grpSpPr>
        <a:xfrm>
          <a:off x="0" y="0"/>
          <a:ext cx="0" cy="0"/>
          <a:chOff x="0" y="0"/>
          <a:chExt cx="0" cy="0"/>
        </a:xfrm>
      </p:grpSpPr>
      <p:sp>
        <p:nvSpPr>
          <p:cNvPr id="43" name="Google Shape;43;p8"/>
          <p:cNvSpPr txBox="1"/>
          <p:nvPr>
            <p:ph type="title"/>
          </p:nvPr>
        </p:nvSpPr>
        <p:spPr>
          <a:xfrm>
            <a:off x="1792288" y="4800600"/>
            <a:ext cx="5486400" cy="566738"/>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8"/>
          <p:cNvSpPr/>
          <p:nvPr>
            <p:ph idx="2" type="pic"/>
          </p:nvPr>
        </p:nvSpPr>
        <p:spPr>
          <a:xfrm>
            <a:off x="1792288" y="612775"/>
            <a:ext cx="5486400" cy="41148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sp>
      <p:sp>
        <p:nvSpPr>
          <p:cNvPr id="45" name="Google Shape;45;p8"/>
          <p:cNvSpPr txBox="1"/>
          <p:nvPr>
            <p:ph idx="1" type="body"/>
          </p:nvPr>
        </p:nvSpPr>
        <p:spPr>
          <a:xfrm>
            <a:off x="1792288" y="5367338"/>
            <a:ext cx="5486400" cy="804862"/>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t" bIns="45700" lIns="137150" spcFirstLastPara="1" rIns="137150" wrap="square" tIns="45700">
            <a:noAutofit/>
          </a:bodyPr>
          <a:lstStyle>
            <a:lvl1pPr indent="-228600" lvl="0" marL="457200" algn="l">
              <a:spcBef>
                <a:spcPts val="280"/>
              </a:spcBef>
              <a:spcAft>
                <a:spcPts val="0"/>
              </a:spcAft>
              <a:buClr>
                <a:schemeClr val="lt1"/>
              </a:buClr>
              <a:buSzPts val="1400"/>
              <a:buFont typeface="Times New Roman"/>
              <a:buNone/>
              <a:defRPr sz="1400"/>
            </a:lvl1pPr>
            <a:lvl2pPr indent="-228600" lvl="1" marL="914400" algn="l">
              <a:spcBef>
                <a:spcPts val="240"/>
              </a:spcBef>
              <a:spcAft>
                <a:spcPts val="0"/>
              </a:spcAft>
              <a:buClr>
                <a:srgbClr val="FFFF99"/>
              </a:buClr>
              <a:buSzPts val="1200"/>
              <a:buFont typeface="Arial Narrow"/>
              <a:buNone/>
              <a:defRPr sz="1200"/>
            </a:lvl2pPr>
            <a:lvl3pPr indent="-228600" lvl="2" marL="1371600" algn="l">
              <a:spcBef>
                <a:spcPts val="200"/>
              </a:spcBef>
              <a:spcAft>
                <a:spcPts val="0"/>
              </a:spcAft>
              <a:buClr>
                <a:schemeClr val="lt1"/>
              </a:buClr>
              <a:buSzPts val="1000"/>
              <a:buFont typeface="Times New Roman"/>
              <a:buNone/>
              <a:defRPr sz="1000"/>
            </a:lvl3pPr>
            <a:lvl4pPr indent="-228600" lvl="3" marL="1828800" algn="l">
              <a:spcBef>
                <a:spcPts val="180"/>
              </a:spcBef>
              <a:spcAft>
                <a:spcPts val="0"/>
              </a:spcAft>
              <a:buClr>
                <a:schemeClr val="lt1"/>
              </a:buClr>
              <a:buSzPts val="900"/>
              <a:buFont typeface="Times New Roman"/>
              <a:buNone/>
              <a:defRPr sz="900"/>
            </a:lvl4pPr>
            <a:lvl5pPr indent="-228600" lvl="4" marL="2286000" algn="l">
              <a:spcBef>
                <a:spcPts val="180"/>
              </a:spcBef>
              <a:spcAft>
                <a:spcPts val="0"/>
              </a:spcAft>
              <a:buClr>
                <a:schemeClr val="lt1"/>
              </a:buClr>
              <a:buSzPts val="900"/>
              <a:buFont typeface="Times New Roman"/>
              <a:buNone/>
              <a:defRPr sz="900"/>
            </a:lvl5pPr>
            <a:lvl6pPr indent="-228600" lvl="5" marL="2743200" algn="l">
              <a:spcBef>
                <a:spcPts val="180"/>
              </a:spcBef>
              <a:spcAft>
                <a:spcPts val="0"/>
              </a:spcAft>
              <a:buClr>
                <a:schemeClr val="lt1"/>
              </a:buClr>
              <a:buSzPts val="900"/>
              <a:buFont typeface="Times New Roman"/>
              <a:buNone/>
              <a:defRPr sz="900"/>
            </a:lvl6pPr>
            <a:lvl7pPr indent="-228600" lvl="6" marL="3200400" algn="l">
              <a:spcBef>
                <a:spcPts val="180"/>
              </a:spcBef>
              <a:spcAft>
                <a:spcPts val="0"/>
              </a:spcAft>
              <a:buClr>
                <a:schemeClr val="lt1"/>
              </a:buClr>
              <a:buSzPts val="900"/>
              <a:buFont typeface="Times New Roman"/>
              <a:buNone/>
              <a:defRPr sz="900"/>
            </a:lvl7pPr>
            <a:lvl8pPr indent="-228600" lvl="7" marL="3657600" algn="l">
              <a:spcBef>
                <a:spcPts val="180"/>
              </a:spcBef>
              <a:spcAft>
                <a:spcPts val="0"/>
              </a:spcAft>
              <a:buClr>
                <a:schemeClr val="lt1"/>
              </a:buClr>
              <a:buSzPts val="900"/>
              <a:buFont typeface="Times New Roman"/>
              <a:buNone/>
              <a:defRPr sz="900"/>
            </a:lvl8pPr>
            <a:lvl9pPr indent="-228600" lvl="8" marL="4114800" algn="l">
              <a:spcBef>
                <a:spcPts val="180"/>
              </a:spcBef>
              <a:spcAft>
                <a:spcPts val="0"/>
              </a:spcAft>
              <a:buClr>
                <a:schemeClr val="lt1"/>
              </a:buClr>
              <a:buSzPts val="900"/>
              <a:buFont typeface="Times New Roman"/>
              <a:buNone/>
              <a:defRPr sz="900"/>
            </a:lvl9pPr>
          </a:lstStyle>
          <a:p/>
        </p:txBody>
      </p:sp>
      <p:sp>
        <p:nvSpPr>
          <p:cNvPr id="46" name="Google Shape;46;p8"/>
          <p:cNvSpPr txBox="1"/>
          <p:nvPr>
            <p:ph idx="11" type="ftr"/>
          </p:nvPr>
        </p:nvSpPr>
        <p:spPr>
          <a:xfrm>
            <a:off x="685800" y="6477000"/>
            <a:ext cx="3886200" cy="228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
          <p:cNvSpPr txBox="1"/>
          <p:nvPr>
            <p:ph idx="12" type="sldNum"/>
          </p:nvPr>
        </p:nvSpPr>
        <p:spPr>
          <a:xfrm>
            <a:off x="6400800" y="6477000"/>
            <a:ext cx="2133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transition spd="med">
    <p:push dir="r"/>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9"/>
          <p:cNvSpPr txBox="1"/>
          <p:nvPr>
            <p:ph type="title"/>
          </p:nvPr>
        </p:nvSpPr>
        <p:spPr>
          <a:xfrm>
            <a:off x="457200" y="273050"/>
            <a:ext cx="3008313" cy="116205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9"/>
          <p:cNvSpPr txBox="1"/>
          <p:nvPr>
            <p:ph idx="1" type="body"/>
          </p:nvPr>
        </p:nvSpPr>
        <p:spPr>
          <a:xfrm>
            <a:off x="3575050" y="273050"/>
            <a:ext cx="5111750" cy="5853113"/>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t" bIns="45700" lIns="137150" spcFirstLastPara="1" rIns="137150" wrap="square" tIns="45700">
            <a:noAutofit/>
          </a:bodyPr>
          <a:lstStyle>
            <a:lvl1pPr indent="-431800" lvl="0" marL="457200" algn="l">
              <a:spcBef>
                <a:spcPts val="640"/>
              </a:spcBef>
              <a:spcAft>
                <a:spcPts val="0"/>
              </a:spcAft>
              <a:buClr>
                <a:schemeClr val="lt1"/>
              </a:buClr>
              <a:buSzPts val="3200"/>
              <a:buFont typeface="Times New Roman"/>
              <a:buChar char="•"/>
              <a:defRPr sz="3200"/>
            </a:lvl1pPr>
            <a:lvl2pPr indent="-406400" lvl="1" marL="914400" algn="l">
              <a:spcBef>
                <a:spcPts val="560"/>
              </a:spcBef>
              <a:spcAft>
                <a:spcPts val="0"/>
              </a:spcAft>
              <a:buClr>
                <a:srgbClr val="FFFF99"/>
              </a:buClr>
              <a:buSzPts val="2800"/>
              <a:buFont typeface="Arial Narrow"/>
              <a:buChar char="–"/>
              <a:defRPr sz="2800"/>
            </a:lvl2pPr>
            <a:lvl3pPr indent="-381000" lvl="2" marL="1371600" algn="l">
              <a:spcBef>
                <a:spcPts val="480"/>
              </a:spcBef>
              <a:spcAft>
                <a:spcPts val="0"/>
              </a:spcAft>
              <a:buClr>
                <a:schemeClr val="lt1"/>
              </a:buClr>
              <a:buSzPts val="2400"/>
              <a:buFont typeface="Times New Roman"/>
              <a:buChar char="•"/>
              <a:defRPr sz="2400"/>
            </a:lvl3pPr>
            <a:lvl4pPr indent="-355600" lvl="3" marL="1828800" algn="l">
              <a:spcBef>
                <a:spcPts val="400"/>
              </a:spcBef>
              <a:spcAft>
                <a:spcPts val="0"/>
              </a:spcAft>
              <a:buClr>
                <a:schemeClr val="lt1"/>
              </a:buClr>
              <a:buSzPts val="2000"/>
              <a:buFont typeface="Times New Roman"/>
              <a:buChar char="–"/>
              <a:defRPr sz="2000"/>
            </a:lvl4pPr>
            <a:lvl5pPr indent="-355600" lvl="4" marL="2286000" algn="l">
              <a:spcBef>
                <a:spcPts val="400"/>
              </a:spcBef>
              <a:spcAft>
                <a:spcPts val="0"/>
              </a:spcAft>
              <a:buClr>
                <a:schemeClr val="lt1"/>
              </a:buClr>
              <a:buSzPts val="2000"/>
              <a:buFont typeface="Times New Roman"/>
              <a:buChar char="»"/>
              <a:defRPr sz="2000"/>
            </a:lvl5pPr>
            <a:lvl6pPr indent="-355600" lvl="5" marL="2743200" algn="l">
              <a:spcBef>
                <a:spcPts val="400"/>
              </a:spcBef>
              <a:spcAft>
                <a:spcPts val="0"/>
              </a:spcAft>
              <a:buClr>
                <a:schemeClr val="lt1"/>
              </a:buClr>
              <a:buSzPts val="2000"/>
              <a:buFont typeface="Times New Roman"/>
              <a:buChar char="»"/>
              <a:defRPr sz="2000"/>
            </a:lvl6pPr>
            <a:lvl7pPr indent="-355600" lvl="6" marL="3200400" algn="l">
              <a:spcBef>
                <a:spcPts val="400"/>
              </a:spcBef>
              <a:spcAft>
                <a:spcPts val="0"/>
              </a:spcAft>
              <a:buClr>
                <a:schemeClr val="lt1"/>
              </a:buClr>
              <a:buSzPts val="2000"/>
              <a:buFont typeface="Times New Roman"/>
              <a:buChar char="»"/>
              <a:defRPr sz="2000"/>
            </a:lvl7pPr>
            <a:lvl8pPr indent="-355600" lvl="7" marL="3657600" algn="l">
              <a:spcBef>
                <a:spcPts val="400"/>
              </a:spcBef>
              <a:spcAft>
                <a:spcPts val="0"/>
              </a:spcAft>
              <a:buClr>
                <a:schemeClr val="lt1"/>
              </a:buClr>
              <a:buSzPts val="2000"/>
              <a:buFont typeface="Times New Roman"/>
              <a:buChar char="»"/>
              <a:defRPr sz="2000"/>
            </a:lvl8pPr>
            <a:lvl9pPr indent="-355600" lvl="8" marL="4114800" algn="l">
              <a:spcBef>
                <a:spcPts val="400"/>
              </a:spcBef>
              <a:spcAft>
                <a:spcPts val="0"/>
              </a:spcAft>
              <a:buClr>
                <a:schemeClr val="lt1"/>
              </a:buClr>
              <a:buSzPts val="2000"/>
              <a:buFont typeface="Times New Roman"/>
              <a:buChar char="»"/>
              <a:defRPr sz="2000"/>
            </a:lvl9pPr>
          </a:lstStyle>
          <a:p/>
        </p:txBody>
      </p:sp>
      <p:sp>
        <p:nvSpPr>
          <p:cNvPr id="51" name="Google Shape;51;p9"/>
          <p:cNvSpPr txBox="1"/>
          <p:nvPr>
            <p:ph idx="2" type="body"/>
          </p:nvPr>
        </p:nvSpPr>
        <p:spPr>
          <a:xfrm>
            <a:off x="457200" y="1435100"/>
            <a:ext cx="3008313" cy="4691063"/>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t" bIns="45700" lIns="137150" spcFirstLastPara="1" rIns="137150" wrap="square" tIns="45700">
            <a:noAutofit/>
          </a:bodyPr>
          <a:lstStyle>
            <a:lvl1pPr indent="-228600" lvl="0" marL="457200" algn="l">
              <a:spcBef>
                <a:spcPts val="280"/>
              </a:spcBef>
              <a:spcAft>
                <a:spcPts val="0"/>
              </a:spcAft>
              <a:buClr>
                <a:schemeClr val="lt1"/>
              </a:buClr>
              <a:buSzPts val="1400"/>
              <a:buFont typeface="Times New Roman"/>
              <a:buNone/>
              <a:defRPr sz="1400"/>
            </a:lvl1pPr>
            <a:lvl2pPr indent="-228600" lvl="1" marL="914400" algn="l">
              <a:spcBef>
                <a:spcPts val="240"/>
              </a:spcBef>
              <a:spcAft>
                <a:spcPts val="0"/>
              </a:spcAft>
              <a:buClr>
                <a:srgbClr val="FFFF99"/>
              </a:buClr>
              <a:buSzPts val="1200"/>
              <a:buFont typeface="Arial Narrow"/>
              <a:buNone/>
              <a:defRPr sz="1200"/>
            </a:lvl2pPr>
            <a:lvl3pPr indent="-228600" lvl="2" marL="1371600" algn="l">
              <a:spcBef>
                <a:spcPts val="200"/>
              </a:spcBef>
              <a:spcAft>
                <a:spcPts val="0"/>
              </a:spcAft>
              <a:buClr>
                <a:schemeClr val="lt1"/>
              </a:buClr>
              <a:buSzPts val="1000"/>
              <a:buFont typeface="Times New Roman"/>
              <a:buNone/>
              <a:defRPr sz="1000"/>
            </a:lvl3pPr>
            <a:lvl4pPr indent="-228600" lvl="3" marL="1828800" algn="l">
              <a:spcBef>
                <a:spcPts val="180"/>
              </a:spcBef>
              <a:spcAft>
                <a:spcPts val="0"/>
              </a:spcAft>
              <a:buClr>
                <a:schemeClr val="lt1"/>
              </a:buClr>
              <a:buSzPts val="900"/>
              <a:buFont typeface="Times New Roman"/>
              <a:buNone/>
              <a:defRPr sz="900"/>
            </a:lvl4pPr>
            <a:lvl5pPr indent="-228600" lvl="4" marL="2286000" algn="l">
              <a:spcBef>
                <a:spcPts val="180"/>
              </a:spcBef>
              <a:spcAft>
                <a:spcPts val="0"/>
              </a:spcAft>
              <a:buClr>
                <a:schemeClr val="lt1"/>
              </a:buClr>
              <a:buSzPts val="900"/>
              <a:buFont typeface="Times New Roman"/>
              <a:buNone/>
              <a:defRPr sz="900"/>
            </a:lvl5pPr>
            <a:lvl6pPr indent="-228600" lvl="5" marL="2743200" algn="l">
              <a:spcBef>
                <a:spcPts val="180"/>
              </a:spcBef>
              <a:spcAft>
                <a:spcPts val="0"/>
              </a:spcAft>
              <a:buClr>
                <a:schemeClr val="lt1"/>
              </a:buClr>
              <a:buSzPts val="900"/>
              <a:buFont typeface="Times New Roman"/>
              <a:buNone/>
              <a:defRPr sz="900"/>
            </a:lvl6pPr>
            <a:lvl7pPr indent="-228600" lvl="6" marL="3200400" algn="l">
              <a:spcBef>
                <a:spcPts val="180"/>
              </a:spcBef>
              <a:spcAft>
                <a:spcPts val="0"/>
              </a:spcAft>
              <a:buClr>
                <a:schemeClr val="lt1"/>
              </a:buClr>
              <a:buSzPts val="900"/>
              <a:buFont typeface="Times New Roman"/>
              <a:buNone/>
              <a:defRPr sz="900"/>
            </a:lvl7pPr>
            <a:lvl8pPr indent="-228600" lvl="7" marL="3657600" algn="l">
              <a:spcBef>
                <a:spcPts val="180"/>
              </a:spcBef>
              <a:spcAft>
                <a:spcPts val="0"/>
              </a:spcAft>
              <a:buClr>
                <a:schemeClr val="lt1"/>
              </a:buClr>
              <a:buSzPts val="900"/>
              <a:buFont typeface="Times New Roman"/>
              <a:buNone/>
              <a:defRPr sz="900"/>
            </a:lvl8pPr>
            <a:lvl9pPr indent="-228600" lvl="8" marL="4114800" algn="l">
              <a:spcBef>
                <a:spcPts val="180"/>
              </a:spcBef>
              <a:spcAft>
                <a:spcPts val="0"/>
              </a:spcAft>
              <a:buClr>
                <a:schemeClr val="lt1"/>
              </a:buClr>
              <a:buSzPts val="900"/>
              <a:buFont typeface="Times New Roman"/>
              <a:buNone/>
              <a:defRPr sz="900"/>
            </a:lvl9pPr>
          </a:lstStyle>
          <a:p/>
        </p:txBody>
      </p:sp>
      <p:sp>
        <p:nvSpPr>
          <p:cNvPr id="52" name="Google Shape;52;p9"/>
          <p:cNvSpPr txBox="1"/>
          <p:nvPr>
            <p:ph idx="11" type="ftr"/>
          </p:nvPr>
        </p:nvSpPr>
        <p:spPr>
          <a:xfrm>
            <a:off x="685800" y="6477000"/>
            <a:ext cx="3886200" cy="228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
          <p:cNvSpPr txBox="1"/>
          <p:nvPr>
            <p:ph idx="12" type="sldNum"/>
          </p:nvPr>
        </p:nvSpPr>
        <p:spPr>
          <a:xfrm>
            <a:off x="6400800" y="6477000"/>
            <a:ext cx="2133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transition spd="med">
    <p:push dir="r"/>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0"/>
          <p:cNvSpPr txBox="1"/>
          <p:nvPr>
            <p:ph idx="11" type="ftr"/>
          </p:nvPr>
        </p:nvSpPr>
        <p:spPr>
          <a:xfrm>
            <a:off x="685800" y="6477000"/>
            <a:ext cx="3886200" cy="228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0"/>
          <p:cNvSpPr txBox="1"/>
          <p:nvPr>
            <p:ph idx="12" type="sldNum"/>
          </p:nvPr>
        </p:nvSpPr>
        <p:spPr>
          <a:xfrm>
            <a:off x="6400800" y="6477000"/>
            <a:ext cx="2133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transition spd="med">
    <p:push dir="r"/>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11"/>
          <p:cNvSpPr txBox="1"/>
          <p:nvPr>
            <p:ph type="title"/>
          </p:nvPr>
        </p:nvSpPr>
        <p:spPr>
          <a:xfrm>
            <a:off x="685800" y="304800"/>
            <a:ext cx="7772400" cy="9144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11"/>
          <p:cNvSpPr txBox="1"/>
          <p:nvPr>
            <p:ph idx="11" type="ftr"/>
          </p:nvPr>
        </p:nvSpPr>
        <p:spPr>
          <a:xfrm>
            <a:off x="685800" y="6477000"/>
            <a:ext cx="3886200" cy="228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1"/>
          <p:cNvSpPr txBox="1"/>
          <p:nvPr>
            <p:ph idx="12" type="sldNum"/>
          </p:nvPr>
        </p:nvSpPr>
        <p:spPr>
          <a:xfrm>
            <a:off x="6400800" y="6477000"/>
            <a:ext cx="2133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transition spd="med">
    <p:push dir="r"/>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12"/>
          <p:cNvSpPr txBox="1"/>
          <p:nvPr>
            <p:ph type="title"/>
          </p:nvPr>
        </p:nvSpPr>
        <p:spPr>
          <a:xfrm>
            <a:off x="457200" y="274638"/>
            <a:ext cx="8229600" cy="11430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12"/>
          <p:cNvSpPr txBox="1"/>
          <p:nvPr>
            <p:ph idx="1" type="body"/>
          </p:nvPr>
        </p:nvSpPr>
        <p:spPr>
          <a:xfrm>
            <a:off x="457200" y="1535113"/>
            <a:ext cx="4040188" cy="639762"/>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b" bIns="45700" lIns="137150" spcFirstLastPara="1" rIns="137150" wrap="square" tIns="45700">
            <a:noAutofit/>
          </a:bodyPr>
          <a:lstStyle>
            <a:lvl1pPr indent="-228600" lvl="0" marL="457200" algn="l">
              <a:spcBef>
                <a:spcPts val="480"/>
              </a:spcBef>
              <a:spcAft>
                <a:spcPts val="0"/>
              </a:spcAft>
              <a:buClr>
                <a:schemeClr val="lt1"/>
              </a:buClr>
              <a:buSzPts val="2400"/>
              <a:buFont typeface="Times New Roman"/>
              <a:buNone/>
              <a:defRPr b="1" sz="2400"/>
            </a:lvl1pPr>
            <a:lvl2pPr indent="-228600" lvl="1" marL="914400" algn="l">
              <a:spcBef>
                <a:spcPts val="400"/>
              </a:spcBef>
              <a:spcAft>
                <a:spcPts val="0"/>
              </a:spcAft>
              <a:buClr>
                <a:srgbClr val="FFFF99"/>
              </a:buClr>
              <a:buSzPts val="2000"/>
              <a:buFont typeface="Arial Narrow"/>
              <a:buNone/>
              <a:defRPr b="1" sz="2000"/>
            </a:lvl2pPr>
            <a:lvl3pPr indent="-228600" lvl="2" marL="1371600" algn="l">
              <a:spcBef>
                <a:spcPts val="360"/>
              </a:spcBef>
              <a:spcAft>
                <a:spcPts val="0"/>
              </a:spcAft>
              <a:buClr>
                <a:schemeClr val="lt1"/>
              </a:buClr>
              <a:buSzPts val="1800"/>
              <a:buFont typeface="Times New Roman"/>
              <a:buNone/>
              <a:defRPr b="1" sz="1800"/>
            </a:lvl3pPr>
            <a:lvl4pPr indent="-228600" lvl="3" marL="1828800" algn="l">
              <a:spcBef>
                <a:spcPts val="320"/>
              </a:spcBef>
              <a:spcAft>
                <a:spcPts val="0"/>
              </a:spcAft>
              <a:buClr>
                <a:schemeClr val="lt1"/>
              </a:buClr>
              <a:buSzPts val="1600"/>
              <a:buFont typeface="Times New Roman"/>
              <a:buNone/>
              <a:defRPr b="1" sz="1600"/>
            </a:lvl4pPr>
            <a:lvl5pPr indent="-228600" lvl="4" marL="2286000" algn="l">
              <a:spcBef>
                <a:spcPts val="320"/>
              </a:spcBef>
              <a:spcAft>
                <a:spcPts val="0"/>
              </a:spcAft>
              <a:buClr>
                <a:schemeClr val="lt1"/>
              </a:buClr>
              <a:buSzPts val="1600"/>
              <a:buFont typeface="Times New Roman"/>
              <a:buNone/>
              <a:defRPr b="1" sz="1600"/>
            </a:lvl5pPr>
            <a:lvl6pPr indent="-228600" lvl="5" marL="2743200" algn="l">
              <a:spcBef>
                <a:spcPts val="320"/>
              </a:spcBef>
              <a:spcAft>
                <a:spcPts val="0"/>
              </a:spcAft>
              <a:buClr>
                <a:schemeClr val="lt1"/>
              </a:buClr>
              <a:buSzPts val="1600"/>
              <a:buFont typeface="Times New Roman"/>
              <a:buNone/>
              <a:defRPr b="1" sz="1600"/>
            </a:lvl6pPr>
            <a:lvl7pPr indent="-228600" lvl="6" marL="3200400" algn="l">
              <a:spcBef>
                <a:spcPts val="320"/>
              </a:spcBef>
              <a:spcAft>
                <a:spcPts val="0"/>
              </a:spcAft>
              <a:buClr>
                <a:schemeClr val="lt1"/>
              </a:buClr>
              <a:buSzPts val="1600"/>
              <a:buFont typeface="Times New Roman"/>
              <a:buNone/>
              <a:defRPr b="1" sz="1600"/>
            </a:lvl7pPr>
            <a:lvl8pPr indent="-228600" lvl="7" marL="3657600" algn="l">
              <a:spcBef>
                <a:spcPts val="320"/>
              </a:spcBef>
              <a:spcAft>
                <a:spcPts val="0"/>
              </a:spcAft>
              <a:buClr>
                <a:schemeClr val="lt1"/>
              </a:buClr>
              <a:buSzPts val="1600"/>
              <a:buFont typeface="Times New Roman"/>
              <a:buNone/>
              <a:defRPr b="1" sz="1600"/>
            </a:lvl8pPr>
            <a:lvl9pPr indent="-228600" lvl="8" marL="4114800" algn="l">
              <a:spcBef>
                <a:spcPts val="320"/>
              </a:spcBef>
              <a:spcAft>
                <a:spcPts val="0"/>
              </a:spcAft>
              <a:buClr>
                <a:schemeClr val="lt1"/>
              </a:buClr>
              <a:buSzPts val="1600"/>
              <a:buFont typeface="Times New Roman"/>
              <a:buNone/>
              <a:defRPr b="1" sz="1600"/>
            </a:lvl9pPr>
          </a:lstStyle>
          <a:p/>
        </p:txBody>
      </p:sp>
      <p:sp>
        <p:nvSpPr>
          <p:cNvPr id="64" name="Google Shape;64;p12"/>
          <p:cNvSpPr txBox="1"/>
          <p:nvPr>
            <p:ph idx="2" type="body"/>
          </p:nvPr>
        </p:nvSpPr>
        <p:spPr>
          <a:xfrm>
            <a:off x="457200" y="2174875"/>
            <a:ext cx="4040188" cy="3951288"/>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t" bIns="45700" lIns="137150" spcFirstLastPara="1" rIns="137150" wrap="square" tIns="45700">
            <a:noAutofit/>
          </a:bodyPr>
          <a:lstStyle>
            <a:lvl1pPr indent="-381000" lvl="0" marL="457200" algn="l">
              <a:spcBef>
                <a:spcPts val="480"/>
              </a:spcBef>
              <a:spcAft>
                <a:spcPts val="0"/>
              </a:spcAft>
              <a:buClr>
                <a:schemeClr val="lt1"/>
              </a:buClr>
              <a:buSzPts val="2400"/>
              <a:buFont typeface="Times New Roman"/>
              <a:buChar char="•"/>
              <a:defRPr sz="2400"/>
            </a:lvl1pPr>
            <a:lvl2pPr indent="-355600" lvl="1" marL="914400" algn="l">
              <a:spcBef>
                <a:spcPts val="400"/>
              </a:spcBef>
              <a:spcAft>
                <a:spcPts val="0"/>
              </a:spcAft>
              <a:buClr>
                <a:srgbClr val="FFFF99"/>
              </a:buClr>
              <a:buSzPts val="2000"/>
              <a:buFont typeface="Arial Narrow"/>
              <a:buChar char="–"/>
              <a:defRPr sz="2000"/>
            </a:lvl2pPr>
            <a:lvl3pPr indent="-342900" lvl="2" marL="1371600" algn="l">
              <a:spcBef>
                <a:spcPts val="360"/>
              </a:spcBef>
              <a:spcAft>
                <a:spcPts val="0"/>
              </a:spcAft>
              <a:buClr>
                <a:schemeClr val="lt1"/>
              </a:buClr>
              <a:buSzPts val="1800"/>
              <a:buFont typeface="Times New Roman"/>
              <a:buChar char="•"/>
              <a:defRPr sz="1800"/>
            </a:lvl3pPr>
            <a:lvl4pPr indent="-330200" lvl="3" marL="1828800" algn="l">
              <a:spcBef>
                <a:spcPts val="320"/>
              </a:spcBef>
              <a:spcAft>
                <a:spcPts val="0"/>
              </a:spcAft>
              <a:buClr>
                <a:schemeClr val="lt1"/>
              </a:buClr>
              <a:buSzPts val="1600"/>
              <a:buFont typeface="Times New Roman"/>
              <a:buChar char="–"/>
              <a:defRPr sz="1600"/>
            </a:lvl4pPr>
            <a:lvl5pPr indent="-330200" lvl="4" marL="2286000" algn="l">
              <a:spcBef>
                <a:spcPts val="320"/>
              </a:spcBef>
              <a:spcAft>
                <a:spcPts val="0"/>
              </a:spcAft>
              <a:buClr>
                <a:schemeClr val="lt1"/>
              </a:buClr>
              <a:buSzPts val="1600"/>
              <a:buFont typeface="Times New Roman"/>
              <a:buChar char="»"/>
              <a:defRPr sz="1600"/>
            </a:lvl5pPr>
            <a:lvl6pPr indent="-330200" lvl="5" marL="2743200" algn="l">
              <a:spcBef>
                <a:spcPts val="320"/>
              </a:spcBef>
              <a:spcAft>
                <a:spcPts val="0"/>
              </a:spcAft>
              <a:buClr>
                <a:schemeClr val="lt1"/>
              </a:buClr>
              <a:buSzPts val="1600"/>
              <a:buFont typeface="Times New Roman"/>
              <a:buChar char="»"/>
              <a:defRPr sz="1600"/>
            </a:lvl6pPr>
            <a:lvl7pPr indent="-330200" lvl="6" marL="3200400" algn="l">
              <a:spcBef>
                <a:spcPts val="320"/>
              </a:spcBef>
              <a:spcAft>
                <a:spcPts val="0"/>
              </a:spcAft>
              <a:buClr>
                <a:schemeClr val="lt1"/>
              </a:buClr>
              <a:buSzPts val="1600"/>
              <a:buFont typeface="Times New Roman"/>
              <a:buChar char="»"/>
              <a:defRPr sz="1600"/>
            </a:lvl7pPr>
            <a:lvl8pPr indent="-330200" lvl="7" marL="3657600" algn="l">
              <a:spcBef>
                <a:spcPts val="320"/>
              </a:spcBef>
              <a:spcAft>
                <a:spcPts val="0"/>
              </a:spcAft>
              <a:buClr>
                <a:schemeClr val="lt1"/>
              </a:buClr>
              <a:buSzPts val="1600"/>
              <a:buFont typeface="Times New Roman"/>
              <a:buChar char="»"/>
              <a:defRPr sz="1600"/>
            </a:lvl8pPr>
            <a:lvl9pPr indent="-330200" lvl="8" marL="4114800" algn="l">
              <a:spcBef>
                <a:spcPts val="320"/>
              </a:spcBef>
              <a:spcAft>
                <a:spcPts val="0"/>
              </a:spcAft>
              <a:buClr>
                <a:schemeClr val="lt1"/>
              </a:buClr>
              <a:buSzPts val="1600"/>
              <a:buFont typeface="Times New Roman"/>
              <a:buChar char="»"/>
              <a:defRPr sz="1600"/>
            </a:lvl9pPr>
          </a:lstStyle>
          <a:p/>
        </p:txBody>
      </p:sp>
      <p:sp>
        <p:nvSpPr>
          <p:cNvPr id="65" name="Google Shape;65;p12"/>
          <p:cNvSpPr txBox="1"/>
          <p:nvPr>
            <p:ph idx="3" type="body"/>
          </p:nvPr>
        </p:nvSpPr>
        <p:spPr>
          <a:xfrm>
            <a:off x="4645025" y="1535113"/>
            <a:ext cx="4041775" cy="639762"/>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b" bIns="45700" lIns="137150" spcFirstLastPara="1" rIns="137150" wrap="square" tIns="45700">
            <a:noAutofit/>
          </a:bodyPr>
          <a:lstStyle>
            <a:lvl1pPr indent="-228600" lvl="0" marL="457200" algn="l">
              <a:spcBef>
                <a:spcPts val="480"/>
              </a:spcBef>
              <a:spcAft>
                <a:spcPts val="0"/>
              </a:spcAft>
              <a:buClr>
                <a:schemeClr val="lt1"/>
              </a:buClr>
              <a:buSzPts val="2400"/>
              <a:buFont typeface="Times New Roman"/>
              <a:buNone/>
              <a:defRPr b="1" sz="2400"/>
            </a:lvl1pPr>
            <a:lvl2pPr indent="-228600" lvl="1" marL="914400" algn="l">
              <a:spcBef>
                <a:spcPts val="400"/>
              </a:spcBef>
              <a:spcAft>
                <a:spcPts val="0"/>
              </a:spcAft>
              <a:buClr>
                <a:srgbClr val="FFFF99"/>
              </a:buClr>
              <a:buSzPts val="2000"/>
              <a:buFont typeface="Arial Narrow"/>
              <a:buNone/>
              <a:defRPr b="1" sz="2000"/>
            </a:lvl2pPr>
            <a:lvl3pPr indent="-228600" lvl="2" marL="1371600" algn="l">
              <a:spcBef>
                <a:spcPts val="360"/>
              </a:spcBef>
              <a:spcAft>
                <a:spcPts val="0"/>
              </a:spcAft>
              <a:buClr>
                <a:schemeClr val="lt1"/>
              </a:buClr>
              <a:buSzPts val="1800"/>
              <a:buFont typeface="Times New Roman"/>
              <a:buNone/>
              <a:defRPr b="1" sz="1800"/>
            </a:lvl3pPr>
            <a:lvl4pPr indent="-228600" lvl="3" marL="1828800" algn="l">
              <a:spcBef>
                <a:spcPts val="320"/>
              </a:spcBef>
              <a:spcAft>
                <a:spcPts val="0"/>
              </a:spcAft>
              <a:buClr>
                <a:schemeClr val="lt1"/>
              </a:buClr>
              <a:buSzPts val="1600"/>
              <a:buFont typeface="Times New Roman"/>
              <a:buNone/>
              <a:defRPr b="1" sz="1600"/>
            </a:lvl4pPr>
            <a:lvl5pPr indent="-228600" lvl="4" marL="2286000" algn="l">
              <a:spcBef>
                <a:spcPts val="320"/>
              </a:spcBef>
              <a:spcAft>
                <a:spcPts val="0"/>
              </a:spcAft>
              <a:buClr>
                <a:schemeClr val="lt1"/>
              </a:buClr>
              <a:buSzPts val="1600"/>
              <a:buFont typeface="Times New Roman"/>
              <a:buNone/>
              <a:defRPr b="1" sz="1600"/>
            </a:lvl5pPr>
            <a:lvl6pPr indent="-228600" lvl="5" marL="2743200" algn="l">
              <a:spcBef>
                <a:spcPts val="320"/>
              </a:spcBef>
              <a:spcAft>
                <a:spcPts val="0"/>
              </a:spcAft>
              <a:buClr>
                <a:schemeClr val="lt1"/>
              </a:buClr>
              <a:buSzPts val="1600"/>
              <a:buFont typeface="Times New Roman"/>
              <a:buNone/>
              <a:defRPr b="1" sz="1600"/>
            </a:lvl6pPr>
            <a:lvl7pPr indent="-228600" lvl="6" marL="3200400" algn="l">
              <a:spcBef>
                <a:spcPts val="320"/>
              </a:spcBef>
              <a:spcAft>
                <a:spcPts val="0"/>
              </a:spcAft>
              <a:buClr>
                <a:schemeClr val="lt1"/>
              </a:buClr>
              <a:buSzPts val="1600"/>
              <a:buFont typeface="Times New Roman"/>
              <a:buNone/>
              <a:defRPr b="1" sz="1600"/>
            </a:lvl7pPr>
            <a:lvl8pPr indent="-228600" lvl="7" marL="3657600" algn="l">
              <a:spcBef>
                <a:spcPts val="320"/>
              </a:spcBef>
              <a:spcAft>
                <a:spcPts val="0"/>
              </a:spcAft>
              <a:buClr>
                <a:schemeClr val="lt1"/>
              </a:buClr>
              <a:buSzPts val="1600"/>
              <a:buFont typeface="Times New Roman"/>
              <a:buNone/>
              <a:defRPr b="1" sz="1600"/>
            </a:lvl8pPr>
            <a:lvl9pPr indent="-228600" lvl="8" marL="4114800" algn="l">
              <a:spcBef>
                <a:spcPts val="320"/>
              </a:spcBef>
              <a:spcAft>
                <a:spcPts val="0"/>
              </a:spcAft>
              <a:buClr>
                <a:schemeClr val="lt1"/>
              </a:buClr>
              <a:buSzPts val="1600"/>
              <a:buFont typeface="Times New Roman"/>
              <a:buNone/>
              <a:defRPr b="1" sz="1600"/>
            </a:lvl9pPr>
          </a:lstStyle>
          <a:p/>
        </p:txBody>
      </p:sp>
      <p:sp>
        <p:nvSpPr>
          <p:cNvPr id="66" name="Google Shape;66;p12"/>
          <p:cNvSpPr txBox="1"/>
          <p:nvPr>
            <p:ph idx="4" type="body"/>
          </p:nvPr>
        </p:nvSpPr>
        <p:spPr>
          <a:xfrm>
            <a:off x="4645025" y="2174875"/>
            <a:ext cx="4041775" cy="3951288"/>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t" bIns="45700" lIns="137150" spcFirstLastPara="1" rIns="137150" wrap="square" tIns="45700">
            <a:noAutofit/>
          </a:bodyPr>
          <a:lstStyle>
            <a:lvl1pPr indent="-381000" lvl="0" marL="457200" algn="l">
              <a:spcBef>
                <a:spcPts val="480"/>
              </a:spcBef>
              <a:spcAft>
                <a:spcPts val="0"/>
              </a:spcAft>
              <a:buClr>
                <a:schemeClr val="lt1"/>
              </a:buClr>
              <a:buSzPts val="2400"/>
              <a:buFont typeface="Times New Roman"/>
              <a:buChar char="•"/>
              <a:defRPr sz="2400"/>
            </a:lvl1pPr>
            <a:lvl2pPr indent="-355600" lvl="1" marL="914400" algn="l">
              <a:spcBef>
                <a:spcPts val="400"/>
              </a:spcBef>
              <a:spcAft>
                <a:spcPts val="0"/>
              </a:spcAft>
              <a:buClr>
                <a:srgbClr val="FFFF99"/>
              </a:buClr>
              <a:buSzPts val="2000"/>
              <a:buFont typeface="Arial Narrow"/>
              <a:buChar char="–"/>
              <a:defRPr sz="2000"/>
            </a:lvl2pPr>
            <a:lvl3pPr indent="-342900" lvl="2" marL="1371600" algn="l">
              <a:spcBef>
                <a:spcPts val="360"/>
              </a:spcBef>
              <a:spcAft>
                <a:spcPts val="0"/>
              </a:spcAft>
              <a:buClr>
                <a:schemeClr val="lt1"/>
              </a:buClr>
              <a:buSzPts val="1800"/>
              <a:buFont typeface="Times New Roman"/>
              <a:buChar char="•"/>
              <a:defRPr sz="1800"/>
            </a:lvl3pPr>
            <a:lvl4pPr indent="-330200" lvl="3" marL="1828800" algn="l">
              <a:spcBef>
                <a:spcPts val="320"/>
              </a:spcBef>
              <a:spcAft>
                <a:spcPts val="0"/>
              </a:spcAft>
              <a:buClr>
                <a:schemeClr val="lt1"/>
              </a:buClr>
              <a:buSzPts val="1600"/>
              <a:buFont typeface="Times New Roman"/>
              <a:buChar char="–"/>
              <a:defRPr sz="1600"/>
            </a:lvl4pPr>
            <a:lvl5pPr indent="-330200" lvl="4" marL="2286000" algn="l">
              <a:spcBef>
                <a:spcPts val="320"/>
              </a:spcBef>
              <a:spcAft>
                <a:spcPts val="0"/>
              </a:spcAft>
              <a:buClr>
                <a:schemeClr val="lt1"/>
              </a:buClr>
              <a:buSzPts val="1600"/>
              <a:buFont typeface="Times New Roman"/>
              <a:buChar char="»"/>
              <a:defRPr sz="1600"/>
            </a:lvl5pPr>
            <a:lvl6pPr indent="-330200" lvl="5" marL="2743200" algn="l">
              <a:spcBef>
                <a:spcPts val="320"/>
              </a:spcBef>
              <a:spcAft>
                <a:spcPts val="0"/>
              </a:spcAft>
              <a:buClr>
                <a:schemeClr val="lt1"/>
              </a:buClr>
              <a:buSzPts val="1600"/>
              <a:buFont typeface="Times New Roman"/>
              <a:buChar char="»"/>
              <a:defRPr sz="1600"/>
            </a:lvl6pPr>
            <a:lvl7pPr indent="-330200" lvl="6" marL="3200400" algn="l">
              <a:spcBef>
                <a:spcPts val="320"/>
              </a:spcBef>
              <a:spcAft>
                <a:spcPts val="0"/>
              </a:spcAft>
              <a:buClr>
                <a:schemeClr val="lt1"/>
              </a:buClr>
              <a:buSzPts val="1600"/>
              <a:buFont typeface="Times New Roman"/>
              <a:buChar char="»"/>
              <a:defRPr sz="1600"/>
            </a:lvl7pPr>
            <a:lvl8pPr indent="-330200" lvl="7" marL="3657600" algn="l">
              <a:spcBef>
                <a:spcPts val="320"/>
              </a:spcBef>
              <a:spcAft>
                <a:spcPts val="0"/>
              </a:spcAft>
              <a:buClr>
                <a:schemeClr val="lt1"/>
              </a:buClr>
              <a:buSzPts val="1600"/>
              <a:buFont typeface="Times New Roman"/>
              <a:buChar char="»"/>
              <a:defRPr sz="1600"/>
            </a:lvl8pPr>
            <a:lvl9pPr indent="-330200" lvl="8" marL="4114800" algn="l">
              <a:spcBef>
                <a:spcPts val="320"/>
              </a:spcBef>
              <a:spcAft>
                <a:spcPts val="0"/>
              </a:spcAft>
              <a:buClr>
                <a:schemeClr val="lt1"/>
              </a:buClr>
              <a:buSzPts val="1600"/>
              <a:buFont typeface="Times New Roman"/>
              <a:buChar char="»"/>
              <a:defRPr sz="1600"/>
            </a:lvl9pPr>
          </a:lstStyle>
          <a:p/>
        </p:txBody>
      </p:sp>
      <p:sp>
        <p:nvSpPr>
          <p:cNvPr id="67" name="Google Shape;67;p12"/>
          <p:cNvSpPr txBox="1"/>
          <p:nvPr>
            <p:ph idx="11" type="ftr"/>
          </p:nvPr>
        </p:nvSpPr>
        <p:spPr>
          <a:xfrm>
            <a:off x="685800" y="6477000"/>
            <a:ext cx="3886200" cy="228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2"/>
          <p:cNvSpPr txBox="1"/>
          <p:nvPr>
            <p:ph idx="12" type="sldNum"/>
          </p:nvPr>
        </p:nvSpPr>
        <p:spPr>
          <a:xfrm>
            <a:off x="6400800" y="6477000"/>
            <a:ext cx="2133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transition spd="med">
    <p:push dir="r"/>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9" name="Shape 69"/>
        <p:cNvGrpSpPr/>
        <p:nvPr/>
      </p:nvGrpSpPr>
      <p:grpSpPr>
        <a:xfrm>
          <a:off x="0" y="0"/>
          <a:ext cx="0" cy="0"/>
          <a:chOff x="0" y="0"/>
          <a:chExt cx="0" cy="0"/>
        </a:xfrm>
      </p:grpSpPr>
      <p:sp>
        <p:nvSpPr>
          <p:cNvPr id="70" name="Google Shape;70;p13"/>
          <p:cNvSpPr txBox="1"/>
          <p:nvPr>
            <p:ph type="title"/>
          </p:nvPr>
        </p:nvSpPr>
        <p:spPr>
          <a:xfrm>
            <a:off x="722313" y="4406900"/>
            <a:ext cx="7772400" cy="1362075"/>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1" name="Google Shape;71;p13"/>
          <p:cNvSpPr txBox="1"/>
          <p:nvPr>
            <p:ph idx="1" type="body"/>
          </p:nvPr>
        </p:nvSpPr>
        <p:spPr>
          <a:xfrm>
            <a:off x="722313" y="2906713"/>
            <a:ext cx="7772400" cy="1500187"/>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b" bIns="45700" lIns="137150" spcFirstLastPara="1" rIns="137150" wrap="square" tIns="45700">
            <a:noAutofit/>
          </a:bodyPr>
          <a:lstStyle>
            <a:lvl1pPr indent="-228600" lvl="0" marL="457200" algn="l">
              <a:spcBef>
                <a:spcPts val="400"/>
              </a:spcBef>
              <a:spcAft>
                <a:spcPts val="0"/>
              </a:spcAft>
              <a:buClr>
                <a:schemeClr val="lt1"/>
              </a:buClr>
              <a:buSzPts val="2000"/>
              <a:buFont typeface="Times New Roman"/>
              <a:buNone/>
              <a:defRPr sz="2000"/>
            </a:lvl1pPr>
            <a:lvl2pPr indent="-228600" lvl="1" marL="914400" algn="l">
              <a:spcBef>
                <a:spcPts val="360"/>
              </a:spcBef>
              <a:spcAft>
                <a:spcPts val="0"/>
              </a:spcAft>
              <a:buClr>
                <a:srgbClr val="FFFF99"/>
              </a:buClr>
              <a:buSzPts val="1800"/>
              <a:buFont typeface="Arial Narrow"/>
              <a:buNone/>
              <a:defRPr sz="1800"/>
            </a:lvl2pPr>
            <a:lvl3pPr indent="-228600" lvl="2" marL="1371600" algn="l">
              <a:spcBef>
                <a:spcPts val="320"/>
              </a:spcBef>
              <a:spcAft>
                <a:spcPts val="0"/>
              </a:spcAft>
              <a:buClr>
                <a:schemeClr val="lt1"/>
              </a:buClr>
              <a:buSzPts val="1600"/>
              <a:buFont typeface="Times New Roman"/>
              <a:buNone/>
              <a:defRPr sz="1600"/>
            </a:lvl3pPr>
            <a:lvl4pPr indent="-228600" lvl="3" marL="1828800" algn="l">
              <a:spcBef>
                <a:spcPts val="280"/>
              </a:spcBef>
              <a:spcAft>
                <a:spcPts val="0"/>
              </a:spcAft>
              <a:buClr>
                <a:schemeClr val="lt1"/>
              </a:buClr>
              <a:buSzPts val="1400"/>
              <a:buFont typeface="Times New Roman"/>
              <a:buNone/>
              <a:defRPr sz="1400"/>
            </a:lvl4pPr>
            <a:lvl5pPr indent="-228600" lvl="4" marL="2286000" algn="l">
              <a:spcBef>
                <a:spcPts val="280"/>
              </a:spcBef>
              <a:spcAft>
                <a:spcPts val="0"/>
              </a:spcAft>
              <a:buClr>
                <a:schemeClr val="lt1"/>
              </a:buClr>
              <a:buSzPts val="1400"/>
              <a:buFont typeface="Times New Roman"/>
              <a:buNone/>
              <a:defRPr sz="1400"/>
            </a:lvl5pPr>
            <a:lvl6pPr indent="-228600" lvl="5" marL="2743200" algn="l">
              <a:spcBef>
                <a:spcPts val="280"/>
              </a:spcBef>
              <a:spcAft>
                <a:spcPts val="0"/>
              </a:spcAft>
              <a:buClr>
                <a:schemeClr val="lt1"/>
              </a:buClr>
              <a:buSzPts val="1400"/>
              <a:buFont typeface="Times New Roman"/>
              <a:buNone/>
              <a:defRPr sz="1400"/>
            </a:lvl6pPr>
            <a:lvl7pPr indent="-228600" lvl="6" marL="3200400" algn="l">
              <a:spcBef>
                <a:spcPts val="280"/>
              </a:spcBef>
              <a:spcAft>
                <a:spcPts val="0"/>
              </a:spcAft>
              <a:buClr>
                <a:schemeClr val="lt1"/>
              </a:buClr>
              <a:buSzPts val="1400"/>
              <a:buFont typeface="Times New Roman"/>
              <a:buNone/>
              <a:defRPr sz="1400"/>
            </a:lvl7pPr>
            <a:lvl8pPr indent="-228600" lvl="7" marL="3657600" algn="l">
              <a:spcBef>
                <a:spcPts val="280"/>
              </a:spcBef>
              <a:spcAft>
                <a:spcPts val="0"/>
              </a:spcAft>
              <a:buClr>
                <a:schemeClr val="lt1"/>
              </a:buClr>
              <a:buSzPts val="1400"/>
              <a:buFont typeface="Times New Roman"/>
              <a:buNone/>
              <a:defRPr sz="1400"/>
            </a:lvl8pPr>
            <a:lvl9pPr indent="-228600" lvl="8" marL="4114800" algn="l">
              <a:spcBef>
                <a:spcPts val="280"/>
              </a:spcBef>
              <a:spcAft>
                <a:spcPts val="0"/>
              </a:spcAft>
              <a:buClr>
                <a:schemeClr val="lt1"/>
              </a:buClr>
              <a:buSzPts val="1400"/>
              <a:buFont typeface="Times New Roman"/>
              <a:buNone/>
              <a:defRPr sz="1400"/>
            </a:lvl9pPr>
          </a:lstStyle>
          <a:p/>
        </p:txBody>
      </p:sp>
      <p:sp>
        <p:nvSpPr>
          <p:cNvPr id="72" name="Google Shape;72;p13"/>
          <p:cNvSpPr txBox="1"/>
          <p:nvPr>
            <p:ph idx="11" type="ftr"/>
          </p:nvPr>
        </p:nvSpPr>
        <p:spPr>
          <a:xfrm>
            <a:off x="685800" y="6477000"/>
            <a:ext cx="3886200" cy="228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3"/>
          <p:cNvSpPr txBox="1"/>
          <p:nvPr>
            <p:ph idx="12" type="sldNum"/>
          </p:nvPr>
        </p:nvSpPr>
        <p:spPr>
          <a:xfrm>
            <a:off x="6400800" y="6477000"/>
            <a:ext cx="2133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transition spd="med">
    <p:push dir="r"/>
  </p:transition>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theme" Target="../theme/theme1.xml"/><Relationship Id="rId10" Type="http://schemas.openxmlformats.org/officeDocument/2006/relationships/slideLayout" Target="../slideLayouts/slideLayout1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685800" y="914400"/>
            <a:ext cx="3795712" cy="4800600"/>
          </a:xfrm>
          <a:prstGeom prst="rect">
            <a:avLst/>
          </a:prstGeom>
          <a:noFill/>
          <a:ln cap="flat" cmpd="sng" w="28575">
            <a:solidFill>
              <a:schemeClr val="lt1"/>
            </a:solidFill>
            <a:prstDash val="solid"/>
            <a:miter lim="800000"/>
            <a:headEnd len="sm" w="sm" type="none"/>
            <a:tailEnd len="sm" w="sm" type="none"/>
          </a:ln>
        </p:spPr>
      </p:pic>
      <p:sp>
        <p:nvSpPr>
          <p:cNvPr id="11" name="Google Shape;11;p1"/>
          <p:cNvSpPr txBox="1"/>
          <p:nvPr>
            <p:ph type="title"/>
          </p:nvPr>
        </p:nvSpPr>
        <p:spPr>
          <a:xfrm>
            <a:off x="685800" y="304800"/>
            <a:ext cx="7772400" cy="9144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lvl1pPr lvl="0"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1pPr>
            <a:lvl2pPr lvl="1"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2pPr>
            <a:lvl3pPr lvl="2"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3pPr>
            <a:lvl4pPr lvl="3"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4pPr>
            <a:lvl5pPr lvl="4"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5pPr>
            <a:lvl6pPr lvl="5"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6pPr>
            <a:lvl7pPr lvl="6"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7pPr>
            <a:lvl8pPr lvl="7"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8pPr>
            <a:lvl9pPr lvl="8"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9pPr>
          </a:lstStyle>
          <a:p/>
        </p:txBody>
      </p:sp>
      <p:sp>
        <p:nvSpPr>
          <p:cNvPr id="12" name="Google Shape;12;p1"/>
          <p:cNvSpPr txBox="1"/>
          <p:nvPr>
            <p:ph idx="1" type="body"/>
          </p:nvPr>
        </p:nvSpPr>
        <p:spPr>
          <a:xfrm>
            <a:off x="685800" y="1447800"/>
            <a:ext cx="7772400" cy="48768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t" bIns="45700" lIns="137150" spcFirstLastPara="1" rIns="137150" wrap="square" tIns="45700">
            <a:noAutofit/>
          </a:bodyPr>
          <a:lstStyle>
            <a:lvl1pPr indent="-406400" lvl="0" marL="457200" marR="0" rtl="0" algn="l">
              <a:spcBef>
                <a:spcPts val="560"/>
              </a:spcBef>
              <a:spcAft>
                <a:spcPts val="0"/>
              </a:spcAft>
              <a:buClr>
                <a:schemeClr val="lt1"/>
              </a:buClr>
              <a:buSzPts val="2800"/>
              <a:buFont typeface="Times New Roman"/>
              <a:buChar char="•"/>
              <a:defRPr b="0" i="0" sz="2800" u="none" cap="none" strike="noStrike">
                <a:solidFill>
                  <a:schemeClr val="lt1"/>
                </a:solidFill>
                <a:latin typeface="Times New Roman"/>
                <a:ea typeface="Times New Roman"/>
                <a:cs typeface="Times New Roman"/>
                <a:sym typeface="Times New Roman"/>
              </a:defRPr>
            </a:lvl1pPr>
            <a:lvl2pPr indent="-381000" lvl="1" marL="914400" marR="0" rtl="0" algn="l">
              <a:spcBef>
                <a:spcPts val="480"/>
              </a:spcBef>
              <a:spcAft>
                <a:spcPts val="0"/>
              </a:spcAft>
              <a:buClr>
                <a:srgbClr val="FFFF99"/>
              </a:buClr>
              <a:buSzPts val="2400"/>
              <a:buFont typeface="Arial Narrow"/>
              <a:buChar char="–"/>
              <a:defRPr b="0" i="0" sz="2400" u="none" cap="none" strike="noStrike">
                <a:solidFill>
                  <a:srgbClr val="FFFF99"/>
                </a:solidFill>
                <a:latin typeface="Arial Narrow"/>
                <a:ea typeface="Arial Narrow"/>
                <a:cs typeface="Arial Narrow"/>
                <a:sym typeface="Arial Narrow"/>
              </a:defRPr>
            </a:lvl2pPr>
            <a:lvl3pPr indent="-355600" lvl="2" marL="13716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9pPr>
          </a:lstStyle>
          <a:p/>
        </p:txBody>
      </p:sp>
      <p:sp>
        <p:nvSpPr>
          <p:cNvPr id="13" name="Google Shape;13;p1"/>
          <p:cNvSpPr txBox="1"/>
          <p:nvPr>
            <p:ph idx="11" type="ftr"/>
          </p:nvPr>
        </p:nvSpPr>
        <p:spPr>
          <a:xfrm>
            <a:off x="685800" y="6172200"/>
            <a:ext cx="4495800" cy="47625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Tree>
  </p:cSld>
  <p:clrMap accent1="accent1" accent2="accent2" accent3="accent3" accent4="accent4" accent5="accent5" accent6="accent6" bg1="lt1" bg2="dk2" tx1="dk1" tx2="lt2" folHlink="folHlink" hlink="hlink"/>
  <p:sldLayoutIdLst>
    <p:sldLayoutId id="2147483648" r:id="rId2"/>
  </p:sldLayoutIdLst>
  <p:transition spd="med">
    <p:push dir="r"/>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6" name="Shape 16"/>
        <p:cNvGrpSpPr/>
        <p:nvPr/>
      </p:nvGrpSpPr>
      <p:grpSpPr>
        <a:xfrm>
          <a:off x="0" y="0"/>
          <a:ext cx="0" cy="0"/>
          <a:chOff x="0" y="0"/>
          <a:chExt cx="0" cy="0"/>
        </a:xfrm>
      </p:grpSpPr>
      <p:sp>
        <p:nvSpPr>
          <p:cNvPr id="17" name="Google Shape;17;p3"/>
          <p:cNvSpPr txBox="1"/>
          <p:nvPr>
            <p:ph type="title"/>
          </p:nvPr>
        </p:nvSpPr>
        <p:spPr>
          <a:xfrm>
            <a:off x="685800" y="304800"/>
            <a:ext cx="7772400" cy="9144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lvl1pPr lvl="0"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1pPr>
            <a:lvl2pPr lvl="1"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2pPr>
            <a:lvl3pPr lvl="2"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3pPr>
            <a:lvl4pPr lvl="3"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4pPr>
            <a:lvl5pPr lvl="4"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5pPr>
            <a:lvl6pPr lvl="5"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6pPr>
            <a:lvl7pPr lvl="6"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7pPr>
            <a:lvl8pPr lvl="7"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8pPr>
            <a:lvl9pPr lvl="8" marR="0" rtl="0" algn="ctr">
              <a:spcBef>
                <a:spcPts val="0"/>
              </a:spcBef>
              <a:spcAft>
                <a:spcPts val="0"/>
              </a:spcAft>
              <a:buSzPts val="1400"/>
              <a:buNone/>
              <a:defRPr b="0" i="0" sz="3200" u="none" cap="none" strike="noStrike">
                <a:solidFill>
                  <a:srgbClr val="FFFF99"/>
                </a:solidFill>
                <a:latin typeface="Tahoma"/>
                <a:ea typeface="Tahoma"/>
                <a:cs typeface="Tahoma"/>
                <a:sym typeface="Tahoma"/>
              </a:defRPr>
            </a:lvl9pPr>
          </a:lstStyle>
          <a:p/>
        </p:txBody>
      </p:sp>
      <p:sp>
        <p:nvSpPr>
          <p:cNvPr id="18" name="Google Shape;18;p3"/>
          <p:cNvSpPr txBox="1"/>
          <p:nvPr>
            <p:ph idx="1" type="body"/>
          </p:nvPr>
        </p:nvSpPr>
        <p:spPr>
          <a:xfrm>
            <a:off x="685800" y="1447800"/>
            <a:ext cx="7772400" cy="4876800"/>
          </a:xfrm>
          <a:prstGeom prst="rect">
            <a:avLst/>
          </a:prstGeom>
          <a:solidFill>
            <a:srgbClr val="000062"/>
          </a:solidFill>
          <a:ln cap="flat" cmpd="sng" w="12700">
            <a:solidFill>
              <a:schemeClr val="lt1"/>
            </a:solidFill>
            <a:prstDash val="solid"/>
            <a:miter lim="800000"/>
            <a:headEnd len="sm" w="sm" type="none"/>
            <a:tailEnd len="sm" w="sm" type="none"/>
          </a:ln>
          <a:effectLst>
            <a:outerShdw blurRad="63500" dir="2700000" dist="107763">
              <a:schemeClr val="lt2"/>
            </a:outerShdw>
          </a:effectLst>
        </p:spPr>
        <p:txBody>
          <a:bodyPr anchorCtr="0" anchor="t" bIns="45700" lIns="137150" spcFirstLastPara="1" rIns="137150" wrap="square" tIns="45700">
            <a:noAutofit/>
          </a:bodyPr>
          <a:lstStyle>
            <a:lvl1pPr indent="-406400" lvl="0" marL="457200" marR="0" rtl="0" algn="l">
              <a:spcBef>
                <a:spcPts val="560"/>
              </a:spcBef>
              <a:spcAft>
                <a:spcPts val="0"/>
              </a:spcAft>
              <a:buClr>
                <a:schemeClr val="lt1"/>
              </a:buClr>
              <a:buSzPts val="2800"/>
              <a:buFont typeface="Times New Roman"/>
              <a:buChar char="•"/>
              <a:defRPr b="0" i="0" sz="2800" u="none" cap="none" strike="noStrike">
                <a:solidFill>
                  <a:schemeClr val="lt1"/>
                </a:solidFill>
                <a:latin typeface="Times New Roman"/>
                <a:ea typeface="Times New Roman"/>
                <a:cs typeface="Times New Roman"/>
                <a:sym typeface="Times New Roman"/>
              </a:defRPr>
            </a:lvl1pPr>
            <a:lvl2pPr indent="-381000" lvl="1" marL="914400" marR="0" rtl="0" algn="l">
              <a:spcBef>
                <a:spcPts val="480"/>
              </a:spcBef>
              <a:spcAft>
                <a:spcPts val="0"/>
              </a:spcAft>
              <a:buClr>
                <a:srgbClr val="FFFF99"/>
              </a:buClr>
              <a:buSzPts val="2400"/>
              <a:buFont typeface="Arial Narrow"/>
              <a:buChar char="–"/>
              <a:defRPr b="0" i="0" sz="2400" u="none" cap="none" strike="noStrike">
                <a:solidFill>
                  <a:srgbClr val="FFFF99"/>
                </a:solidFill>
                <a:latin typeface="Arial Narrow"/>
                <a:ea typeface="Arial Narrow"/>
                <a:cs typeface="Arial Narrow"/>
                <a:sym typeface="Arial Narrow"/>
              </a:defRPr>
            </a:lvl2pPr>
            <a:lvl3pPr indent="-355600" lvl="2" marL="13716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9pPr>
          </a:lstStyle>
          <a:p/>
        </p:txBody>
      </p:sp>
      <p:sp>
        <p:nvSpPr>
          <p:cNvPr id="19" name="Google Shape;19;p3"/>
          <p:cNvSpPr txBox="1"/>
          <p:nvPr>
            <p:ph idx="11" type="ftr"/>
          </p:nvPr>
        </p:nvSpPr>
        <p:spPr>
          <a:xfrm>
            <a:off x="685800" y="6477000"/>
            <a:ext cx="3886200" cy="2286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0" name="Google Shape;20;p3"/>
          <p:cNvSpPr txBox="1"/>
          <p:nvPr>
            <p:ph idx="12" type="sldNum"/>
          </p:nvPr>
        </p:nvSpPr>
        <p:spPr>
          <a:xfrm>
            <a:off x="6400800" y="6477000"/>
            <a:ext cx="2133600" cy="2286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med">
    <p:push dir="r"/>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7" name="Shape 77"/>
        <p:cNvGrpSpPr/>
        <p:nvPr/>
      </p:nvGrpSpPr>
      <p:grpSpPr>
        <a:xfrm>
          <a:off x="0" y="0"/>
          <a:ext cx="0" cy="0"/>
          <a:chOff x="0" y="0"/>
          <a:chExt cx="0" cy="0"/>
        </a:xfrm>
      </p:grpSpPr>
      <p:sp>
        <p:nvSpPr>
          <p:cNvPr id="78" name="Google Shape;78;p14"/>
          <p:cNvSpPr txBox="1"/>
          <p:nvPr>
            <p:ph idx="4294967295" type="subTitle"/>
          </p:nvPr>
        </p:nvSpPr>
        <p:spPr>
          <a:xfrm>
            <a:off x="1066800" y="838200"/>
            <a:ext cx="7162800" cy="1981200"/>
          </a:xfrm>
          <a:prstGeom prst="rect">
            <a:avLst/>
          </a:prstGeom>
          <a:noFill/>
          <a:ln>
            <a:noFill/>
          </a:ln>
        </p:spPr>
        <p:txBody>
          <a:bodyPr anchorCtr="0" anchor="b" bIns="45700" lIns="137150" spcFirstLastPara="1" rIns="137150" wrap="square" tIns="45700">
            <a:noAutofit/>
          </a:bodyPr>
          <a:lstStyle/>
          <a:p>
            <a:pPr indent="0" lvl="0" marL="0" marR="0" rtl="0" algn="ctr">
              <a:lnSpc>
                <a:spcPct val="100000"/>
              </a:lnSpc>
              <a:spcBef>
                <a:spcPts val="0"/>
              </a:spcBef>
              <a:spcAft>
                <a:spcPts val="0"/>
              </a:spcAft>
              <a:buClr>
                <a:schemeClr val="lt1"/>
              </a:buClr>
              <a:buSzPts val="3200"/>
              <a:buFont typeface="Trebuchet MS"/>
              <a:buNone/>
            </a:pPr>
            <a:r>
              <a:rPr b="0" i="0" lang="en-US" sz="3200" u="none" cap="none" strike="noStrike">
                <a:solidFill>
                  <a:schemeClr val="lt1"/>
                </a:solidFill>
                <a:latin typeface="Trebuchet MS"/>
                <a:ea typeface="Trebuchet MS"/>
                <a:cs typeface="Trebuchet MS"/>
                <a:sym typeface="Trebuchet MS"/>
              </a:rPr>
              <a:t>AN INVESTMENT PERSPECTIVE OF HUMAN RESOURCE MANAGEMENT</a:t>
            </a:r>
            <a:endParaRPr/>
          </a:p>
        </p:txBody>
      </p:sp>
      <p:sp>
        <p:nvSpPr>
          <p:cNvPr id="79" name="Google Shape;79;p14"/>
          <p:cNvSpPr txBox="1"/>
          <p:nvPr/>
        </p:nvSpPr>
        <p:spPr>
          <a:xfrm>
            <a:off x="685800" y="6477000"/>
            <a:ext cx="3886200" cy="2286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transition spd="med">
    <p:push dir="r"/>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685800" y="304800"/>
            <a:ext cx="7772400" cy="914400"/>
          </a:xfrm>
          <a:prstGeom prst="rect">
            <a:avLst/>
          </a:prstGeom>
          <a:solidFill>
            <a:srgbClr val="000062"/>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99"/>
              </a:buClr>
              <a:buSzPts val="3200"/>
              <a:buFont typeface="Tahoma"/>
              <a:buNone/>
            </a:pPr>
            <a:r>
              <a:rPr b="0" i="0" lang="en-US" sz="3200" u="none">
                <a:solidFill>
                  <a:srgbClr val="FFFF99"/>
                </a:solidFill>
                <a:latin typeface="Tahoma"/>
                <a:ea typeface="Tahoma"/>
                <a:cs typeface="Tahoma"/>
                <a:sym typeface="Tahoma"/>
              </a:rPr>
              <a:t>The Strategic View of Human Resources</a:t>
            </a:r>
            <a:endParaRPr/>
          </a:p>
        </p:txBody>
      </p:sp>
      <p:sp>
        <p:nvSpPr>
          <p:cNvPr id="85" name="Google Shape;85;p15"/>
          <p:cNvSpPr txBox="1"/>
          <p:nvPr>
            <p:ph idx="1" type="body"/>
          </p:nvPr>
        </p:nvSpPr>
        <p:spPr>
          <a:xfrm>
            <a:off x="685800" y="1447800"/>
            <a:ext cx="7772400" cy="4876800"/>
          </a:xfrm>
          <a:prstGeom prst="rect">
            <a:avLst/>
          </a:prstGeom>
          <a:solidFill>
            <a:srgbClr val="000062"/>
          </a:solidFill>
          <a:ln>
            <a:noFill/>
          </a:ln>
        </p:spPr>
        <p:txBody>
          <a:bodyPr anchorCtr="0" anchor="t" bIns="45700" lIns="137150" spcFirstLastPara="1" rIns="137150" wrap="square" tIns="45700">
            <a:noAutofit/>
          </a:bodyPr>
          <a:lstStyle/>
          <a:p>
            <a:pPr indent="-284162" lvl="0" marL="284162" rtl="0" algn="l">
              <a:lnSpc>
                <a:spcPct val="100000"/>
              </a:lnSpc>
              <a:spcBef>
                <a:spcPts val="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Employees are </a:t>
            </a:r>
            <a:r>
              <a:rPr b="0" i="1" lang="en-US" sz="2800" u="none">
                <a:solidFill>
                  <a:srgbClr val="FFFFCC"/>
                </a:solidFill>
                <a:latin typeface="Times New Roman"/>
                <a:ea typeface="Times New Roman"/>
                <a:cs typeface="Times New Roman"/>
                <a:sym typeface="Times New Roman"/>
              </a:rPr>
              <a:t>human assets</a:t>
            </a:r>
            <a:r>
              <a:rPr b="0" i="0" lang="en-US" sz="2800" u="none">
                <a:solidFill>
                  <a:schemeClr val="lt1"/>
                </a:solidFill>
                <a:latin typeface="Times New Roman"/>
                <a:ea typeface="Times New Roman"/>
                <a:cs typeface="Times New Roman"/>
                <a:sym typeface="Times New Roman"/>
              </a:rPr>
              <a:t> </a:t>
            </a:r>
            <a:endParaRPr/>
          </a:p>
          <a:p>
            <a:pPr indent="-285750" lvl="1" marL="742950" rtl="0" algn="l">
              <a:lnSpc>
                <a:spcPct val="100000"/>
              </a:lnSpc>
              <a:spcBef>
                <a:spcPts val="480"/>
              </a:spcBef>
              <a:spcAft>
                <a:spcPts val="0"/>
              </a:spcAft>
              <a:buClr>
                <a:srgbClr val="FFFF99"/>
              </a:buClr>
              <a:buSzPts val="2400"/>
              <a:buFont typeface="Arial Narrow"/>
              <a:buChar char="–"/>
            </a:pPr>
            <a:r>
              <a:rPr b="0" i="0" lang="en-US" sz="2400" u="none">
                <a:solidFill>
                  <a:srgbClr val="FFFF99"/>
                </a:solidFill>
                <a:latin typeface="Arial Narrow"/>
                <a:ea typeface="Arial Narrow"/>
                <a:cs typeface="Arial Narrow"/>
                <a:sym typeface="Arial Narrow"/>
              </a:rPr>
              <a:t>Increase in value to organization and marketplace when investments of appropriate policies &amp; programs are applied</a:t>
            </a:r>
            <a:endParaRPr/>
          </a:p>
          <a:p>
            <a:pPr indent="-133350" lvl="1" marL="742950" rtl="0" algn="l">
              <a:lnSpc>
                <a:spcPct val="100000"/>
              </a:lnSpc>
              <a:spcBef>
                <a:spcPts val="480"/>
              </a:spcBef>
              <a:spcAft>
                <a:spcPts val="0"/>
              </a:spcAft>
              <a:buClr>
                <a:srgbClr val="FFFF99"/>
              </a:buClr>
              <a:buSzPts val="2400"/>
              <a:buFont typeface="Arial Narrow"/>
              <a:buNone/>
            </a:pPr>
            <a:r>
              <a:t/>
            </a:r>
            <a:endParaRPr b="0" i="0" sz="2400" u="none">
              <a:solidFill>
                <a:srgbClr val="FFFF99"/>
              </a:solidFill>
              <a:latin typeface="Arial Narrow"/>
              <a:ea typeface="Arial Narrow"/>
              <a:cs typeface="Arial Narrow"/>
              <a:sym typeface="Arial Narrow"/>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Effective organizations recognize that employees have value</a:t>
            </a:r>
            <a:endParaRPr/>
          </a:p>
          <a:p>
            <a:pPr indent="-285750" lvl="1" marL="742950" rtl="0" algn="l">
              <a:lnSpc>
                <a:spcPct val="100000"/>
              </a:lnSpc>
              <a:spcBef>
                <a:spcPts val="480"/>
              </a:spcBef>
              <a:spcAft>
                <a:spcPts val="0"/>
              </a:spcAft>
              <a:buClr>
                <a:srgbClr val="FFFF99"/>
              </a:buClr>
              <a:buSzPts val="2400"/>
              <a:buFont typeface="Arial Narrow"/>
              <a:buChar char="–"/>
            </a:pPr>
            <a:r>
              <a:rPr b="0" i="0" lang="en-US" sz="2400" u="none">
                <a:solidFill>
                  <a:srgbClr val="FFFF99"/>
                </a:solidFill>
                <a:latin typeface="Arial Narrow"/>
                <a:ea typeface="Arial Narrow"/>
                <a:cs typeface="Arial Narrow"/>
                <a:sym typeface="Arial Narrow"/>
              </a:rPr>
              <a:t>Much as organization’s physical &amp; capital assets have value</a:t>
            </a:r>
            <a:endParaRPr/>
          </a:p>
          <a:p>
            <a:pPr indent="-133350" lvl="1" marL="742950" rtl="0" algn="l">
              <a:lnSpc>
                <a:spcPct val="100000"/>
              </a:lnSpc>
              <a:spcBef>
                <a:spcPts val="480"/>
              </a:spcBef>
              <a:spcAft>
                <a:spcPts val="0"/>
              </a:spcAft>
              <a:buClr>
                <a:srgbClr val="FFFF99"/>
              </a:buClr>
              <a:buSzPts val="2400"/>
              <a:buFont typeface="Arial Narrow"/>
              <a:buNone/>
            </a:pPr>
            <a:r>
              <a:t/>
            </a:r>
            <a:endParaRPr b="0" i="0" sz="2400" u="none">
              <a:solidFill>
                <a:srgbClr val="FFFF99"/>
              </a:solidFill>
              <a:latin typeface="Arial Narrow"/>
              <a:ea typeface="Arial Narrow"/>
              <a:cs typeface="Arial Narrow"/>
              <a:sym typeface="Arial Narrow"/>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Employees are valuable source of </a:t>
            </a:r>
            <a:r>
              <a:rPr b="0" i="1" lang="en-US" sz="2800" u="none">
                <a:solidFill>
                  <a:srgbClr val="FFFFCC"/>
                </a:solidFill>
                <a:latin typeface="Times New Roman"/>
                <a:ea typeface="Times New Roman"/>
                <a:cs typeface="Times New Roman"/>
                <a:sym typeface="Times New Roman"/>
              </a:rPr>
              <a:t>sustainable competitive advantage</a:t>
            </a:r>
            <a:endParaRPr/>
          </a:p>
        </p:txBody>
      </p:sp>
    </p:spTree>
  </p:cSld>
  <p:clrMapOvr>
    <a:masterClrMapping/>
  </p:clrMapOvr>
  <p:transition spd="med">
    <p:push dir="r"/>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6"/>
          <p:cNvPicPr preferRelativeResize="0"/>
          <p:nvPr>
            <p:ph idx="1" type="body"/>
          </p:nvPr>
        </p:nvPicPr>
        <p:blipFill rotWithShape="1">
          <a:blip r:embed="rId3">
            <a:alphaModFix/>
          </a:blip>
          <a:srcRect b="0" l="0" r="0" t="0"/>
          <a:stretch/>
        </p:blipFill>
        <p:spPr>
          <a:xfrm>
            <a:off x="1425575" y="609600"/>
            <a:ext cx="6292850" cy="5638800"/>
          </a:xfrm>
          <a:prstGeom prst="rect">
            <a:avLst/>
          </a:prstGeom>
          <a:noFill/>
          <a:ln>
            <a:noFill/>
          </a:ln>
        </p:spPr>
      </p:pic>
    </p:spTree>
  </p:cSld>
  <p:clrMapOvr>
    <a:masterClrMapping/>
  </p:clrMapOvr>
  <p:transition spd="med">
    <p:push dir="r"/>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685800" y="304800"/>
            <a:ext cx="7772400" cy="914400"/>
          </a:xfrm>
          <a:prstGeom prst="rect">
            <a:avLst/>
          </a:prstGeom>
          <a:solidFill>
            <a:srgbClr val="000062"/>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99"/>
              </a:buClr>
              <a:buSzPts val="3200"/>
              <a:buFont typeface="Tahoma"/>
              <a:buNone/>
            </a:pPr>
            <a:r>
              <a:rPr b="0" i="0" lang="en-US" sz="3200" u="none">
                <a:solidFill>
                  <a:srgbClr val="FFFF99"/>
                </a:solidFill>
                <a:latin typeface="Tahoma"/>
                <a:ea typeface="Tahoma"/>
                <a:cs typeface="Tahoma"/>
                <a:sym typeface="Tahoma"/>
              </a:rPr>
              <a:t>Sources of Employee Value</a:t>
            </a:r>
            <a:endParaRPr/>
          </a:p>
        </p:txBody>
      </p:sp>
      <p:sp>
        <p:nvSpPr>
          <p:cNvPr id="96" name="Google Shape;96;p17"/>
          <p:cNvSpPr txBox="1"/>
          <p:nvPr>
            <p:ph idx="1" type="body"/>
          </p:nvPr>
        </p:nvSpPr>
        <p:spPr>
          <a:xfrm>
            <a:off x="685800" y="1447800"/>
            <a:ext cx="7772400" cy="4876800"/>
          </a:xfrm>
          <a:prstGeom prst="rect">
            <a:avLst/>
          </a:prstGeom>
          <a:solidFill>
            <a:srgbClr val="000062"/>
          </a:solidFill>
          <a:ln>
            <a:noFill/>
          </a:ln>
        </p:spPr>
        <p:txBody>
          <a:bodyPr anchorCtr="0" anchor="t" bIns="45700" lIns="137150" spcFirstLastPara="1" rIns="137150" wrap="square" tIns="45700">
            <a:noAutofit/>
          </a:bodyPr>
          <a:lstStyle/>
          <a:p>
            <a:pPr indent="-284162" lvl="0" marL="284162" rtl="0" algn="l">
              <a:lnSpc>
                <a:spcPct val="100000"/>
              </a:lnSpc>
              <a:spcBef>
                <a:spcPts val="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Technical Knowledge</a:t>
            </a:r>
            <a:endParaRPr/>
          </a:p>
          <a:p>
            <a:pPr indent="-285750" lvl="1" marL="742950" rtl="0" algn="l">
              <a:lnSpc>
                <a:spcPct val="100000"/>
              </a:lnSpc>
              <a:spcBef>
                <a:spcPts val="480"/>
              </a:spcBef>
              <a:spcAft>
                <a:spcPts val="0"/>
              </a:spcAft>
              <a:buClr>
                <a:srgbClr val="FFFF99"/>
              </a:buClr>
              <a:buSzPts val="2400"/>
              <a:buFont typeface="Arial Narrow"/>
              <a:buChar char="–"/>
            </a:pPr>
            <a:r>
              <a:rPr b="0" i="0" lang="en-US" sz="2400" u="none">
                <a:solidFill>
                  <a:srgbClr val="FFFF99"/>
                </a:solidFill>
                <a:latin typeface="Arial Narrow"/>
                <a:ea typeface="Arial Narrow"/>
                <a:cs typeface="Arial Narrow"/>
                <a:sym typeface="Arial Narrow"/>
              </a:rPr>
              <a:t>Markets, processes, customers, environment</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Ability to Learn and Grow</a:t>
            </a:r>
            <a:endParaRPr/>
          </a:p>
          <a:p>
            <a:pPr indent="-285750" lvl="1" marL="742950" rtl="0" algn="l">
              <a:lnSpc>
                <a:spcPct val="100000"/>
              </a:lnSpc>
              <a:spcBef>
                <a:spcPts val="480"/>
              </a:spcBef>
              <a:spcAft>
                <a:spcPts val="0"/>
              </a:spcAft>
              <a:buClr>
                <a:srgbClr val="FFFF99"/>
              </a:buClr>
              <a:buSzPts val="2400"/>
              <a:buFont typeface="Arial Narrow"/>
              <a:buChar char="–"/>
            </a:pPr>
            <a:r>
              <a:rPr b="0" i="0" lang="en-US" sz="2400" u="none">
                <a:solidFill>
                  <a:srgbClr val="FFFF99"/>
                </a:solidFill>
                <a:latin typeface="Arial Narrow"/>
                <a:ea typeface="Arial Narrow"/>
                <a:cs typeface="Arial Narrow"/>
                <a:sym typeface="Arial Narrow"/>
              </a:rPr>
              <a:t>Openness to new ideas</a:t>
            </a:r>
            <a:endParaRPr/>
          </a:p>
          <a:p>
            <a:pPr indent="-285750" lvl="1" marL="742950" rtl="0" algn="l">
              <a:lnSpc>
                <a:spcPct val="100000"/>
              </a:lnSpc>
              <a:spcBef>
                <a:spcPts val="480"/>
              </a:spcBef>
              <a:spcAft>
                <a:spcPts val="0"/>
              </a:spcAft>
              <a:buClr>
                <a:srgbClr val="FFFF99"/>
              </a:buClr>
              <a:buSzPts val="2400"/>
              <a:buFont typeface="Arial Narrow"/>
              <a:buChar char="–"/>
            </a:pPr>
            <a:r>
              <a:rPr b="0" i="0" lang="en-US" sz="2400" u="none">
                <a:solidFill>
                  <a:srgbClr val="FFFF99"/>
                </a:solidFill>
                <a:latin typeface="Arial Narrow"/>
                <a:ea typeface="Arial Narrow"/>
                <a:cs typeface="Arial Narrow"/>
                <a:sym typeface="Arial Narrow"/>
              </a:rPr>
              <a:t>Acquisition of knowledge &amp; skills</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Decision Making Capabilities</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Motivation</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Commitment</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Teamwork</a:t>
            </a:r>
            <a:endParaRPr/>
          </a:p>
          <a:p>
            <a:pPr indent="-285750" lvl="1" marL="742950" rtl="0" algn="l">
              <a:lnSpc>
                <a:spcPct val="100000"/>
              </a:lnSpc>
              <a:spcBef>
                <a:spcPts val="480"/>
              </a:spcBef>
              <a:spcAft>
                <a:spcPts val="0"/>
              </a:spcAft>
              <a:buClr>
                <a:srgbClr val="FFFF99"/>
              </a:buClr>
              <a:buSzPts val="2400"/>
              <a:buFont typeface="Arial Narrow"/>
              <a:buChar char="–"/>
            </a:pPr>
            <a:r>
              <a:rPr b="0" i="0" lang="en-US" sz="2400" u="none">
                <a:solidFill>
                  <a:srgbClr val="FFFF99"/>
                </a:solidFill>
                <a:latin typeface="Arial Narrow"/>
                <a:ea typeface="Arial Narrow"/>
                <a:cs typeface="Arial Narrow"/>
                <a:sym typeface="Arial Narrow"/>
              </a:rPr>
              <a:t>Interpersonal skills, leadership ability</a:t>
            </a:r>
            <a:endParaRPr/>
          </a:p>
        </p:txBody>
      </p:sp>
    </p:spTree>
  </p:cSld>
  <p:clrMapOvr>
    <a:masterClrMapping/>
  </p:clrMapOvr>
  <p:transition spd="med">
    <p:push dir="r"/>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685800" y="304800"/>
            <a:ext cx="7772400" cy="914400"/>
          </a:xfrm>
          <a:prstGeom prst="rect">
            <a:avLst/>
          </a:prstGeom>
          <a:solidFill>
            <a:srgbClr val="000062"/>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99"/>
              </a:buClr>
              <a:buSzPts val="3200"/>
              <a:buFont typeface="Tahoma"/>
              <a:buNone/>
            </a:pPr>
            <a:r>
              <a:rPr b="0" i="0" lang="en-US" sz="3200" u="none">
                <a:solidFill>
                  <a:srgbClr val="FFFF99"/>
                </a:solidFill>
                <a:latin typeface="Tahoma"/>
                <a:ea typeface="Tahoma"/>
                <a:cs typeface="Tahoma"/>
                <a:sym typeface="Tahoma"/>
              </a:rPr>
              <a:t>Adopting an Investment Perspective</a:t>
            </a:r>
            <a:endParaRPr/>
          </a:p>
        </p:txBody>
      </p:sp>
      <p:sp>
        <p:nvSpPr>
          <p:cNvPr id="102" name="Google Shape;102;p18"/>
          <p:cNvSpPr txBox="1"/>
          <p:nvPr>
            <p:ph idx="1" type="body"/>
          </p:nvPr>
        </p:nvSpPr>
        <p:spPr>
          <a:xfrm>
            <a:off x="685800" y="1524000"/>
            <a:ext cx="7772400" cy="4876800"/>
          </a:xfrm>
          <a:prstGeom prst="rect">
            <a:avLst/>
          </a:prstGeom>
          <a:solidFill>
            <a:srgbClr val="000062"/>
          </a:solidFill>
          <a:ln>
            <a:noFill/>
          </a:ln>
        </p:spPr>
        <p:txBody>
          <a:bodyPr anchorCtr="0" anchor="t" bIns="45700" lIns="137150" spcFirstLastPara="1" rIns="137150" wrap="square" tIns="45700">
            <a:noAutofit/>
          </a:bodyPr>
          <a:lstStyle/>
          <a:p>
            <a:pPr indent="-284162" lvl="0" marL="284162" rtl="0" algn="l">
              <a:lnSpc>
                <a:spcPct val="100000"/>
              </a:lnSpc>
              <a:spcBef>
                <a:spcPts val="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Determines how to best invest in people</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Costs</a:t>
            </a:r>
            <a:endParaRPr/>
          </a:p>
          <a:p>
            <a:pPr indent="-285750" lvl="1" marL="742950" rtl="0" algn="l">
              <a:lnSpc>
                <a:spcPct val="100000"/>
              </a:lnSpc>
              <a:spcBef>
                <a:spcPts val="480"/>
              </a:spcBef>
              <a:spcAft>
                <a:spcPts val="0"/>
              </a:spcAft>
              <a:buClr>
                <a:srgbClr val="FFFF99"/>
              </a:buClr>
              <a:buSzPts val="2400"/>
              <a:buFont typeface="Arial Narrow"/>
              <a:buChar char="–"/>
            </a:pPr>
            <a:r>
              <a:rPr b="0" i="0" lang="en-US" sz="2400" u="none">
                <a:solidFill>
                  <a:srgbClr val="FFFF99"/>
                </a:solidFill>
                <a:latin typeface="Arial Narrow"/>
                <a:ea typeface="Arial Narrow"/>
                <a:cs typeface="Arial Narrow"/>
                <a:sym typeface="Arial Narrow"/>
              </a:rPr>
              <a:t>Out-of-pocket</a:t>
            </a:r>
            <a:endParaRPr/>
          </a:p>
          <a:p>
            <a:pPr indent="-285750" lvl="1" marL="742950" rtl="0" algn="l">
              <a:lnSpc>
                <a:spcPct val="100000"/>
              </a:lnSpc>
              <a:spcBef>
                <a:spcPts val="480"/>
              </a:spcBef>
              <a:spcAft>
                <a:spcPts val="0"/>
              </a:spcAft>
              <a:buClr>
                <a:srgbClr val="FFFF99"/>
              </a:buClr>
              <a:buSzPts val="2400"/>
              <a:buFont typeface="Arial Narrow"/>
              <a:buChar char="–"/>
            </a:pPr>
            <a:r>
              <a:rPr b="0" i="0" lang="en-US" sz="2400" u="none">
                <a:solidFill>
                  <a:srgbClr val="FFFF99"/>
                </a:solidFill>
                <a:latin typeface="Arial Narrow"/>
                <a:ea typeface="Arial Narrow"/>
                <a:cs typeface="Arial Narrow"/>
                <a:sym typeface="Arial Narrow"/>
              </a:rPr>
              <a:t>Opportunity</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Human assets become competitive advantage</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Required skills become less manual, more knowledge-based</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Appropriate, integrated, strategy-consistent approach is needed</a:t>
            </a:r>
            <a:endParaRPr/>
          </a:p>
        </p:txBody>
      </p:sp>
    </p:spTree>
  </p:cSld>
  <p:clrMapOvr>
    <a:masterClrMapping/>
  </p:clrMapOvr>
  <p:transition spd="med">
    <p:push dir="r"/>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685800" y="304800"/>
            <a:ext cx="7772400" cy="914400"/>
          </a:xfrm>
          <a:prstGeom prst="rect">
            <a:avLst/>
          </a:prstGeom>
          <a:solidFill>
            <a:srgbClr val="000062"/>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99"/>
              </a:buClr>
              <a:buSzPts val="3200"/>
              <a:buFont typeface="Tahoma"/>
              <a:buNone/>
            </a:pPr>
            <a:r>
              <a:rPr b="0" i="0" lang="en-US" sz="3200" u="none">
                <a:solidFill>
                  <a:srgbClr val="FFFF99"/>
                </a:solidFill>
                <a:latin typeface="Tahoma"/>
                <a:ea typeface="Tahoma"/>
                <a:cs typeface="Tahoma"/>
                <a:sym typeface="Tahoma"/>
              </a:rPr>
              <a:t>A Dilemma</a:t>
            </a:r>
            <a:endParaRPr/>
          </a:p>
        </p:txBody>
      </p:sp>
      <p:sp>
        <p:nvSpPr>
          <p:cNvPr id="108" name="Google Shape;108;p19"/>
          <p:cNvSpPr txBox="1"/>
          <p:nvPr>
            <p:ph idx="1" type="body"/>
          </p:nvPr>
        </p:nvSpPr>
        <p:spPr>
          <a:xfrm>
            <a:off x="685800" y="1447800"/>
            <a:ext cx="7772400" cy="4876800"/>
          </a:xfrm>
          <a:prstGeom prst="rect">
            <a:avLst/>
          </a:prstGeom>
          <a:solidFill>
            <a:srgbClr val="000062"/>
          </a:solidFill>
          <a:ln>
            <a:noFill/>
          </a:ln>
        </p:spPr>
        <p:txBody>
          <a:bodyPr anchorCtr="0" anchor="t" bIns="45700" lIns="137150" spcFirstLastPara="1" rIns="137150" wrap="square" tIns="45700">
            <a:noAutofit/>
          </a:bodyPr>
          <a:lstStyle/>
          <a:p>
            <a:pPr indent="-284162" lvl="0" marL="284162" rtl="0" algn="l">
              <a:lnSpc>
                <a:spcPct val="100000"/>
              </a:lnSpc>
              <a:spcBef>
                <a:spcPts val="0"/>
              </a:spcBef>
              <a:spcAft>
                <a:spcPts val="0"/>
              </a:spcAft>
              <a:buClr>
                <a:schemeClr val="lt1"/>
              </a:buClr>
              <a:buSzPts val="3600"/>
              <a:buFont typeface="Times New Roman"/>
              <a:buChar char="•"/>
            </a:pPr>
            <a:r>
              <a:rPr b="0" i="0" lang="en-US" sz="3600" u="none">
                <a:solidFill>
                  <a:schemeClr val="lt1"/>
                </a:solidFill>
                <a:latin typeface="Times New Roman"/>
                <a:ea typeface="Times New Roman"/>
                <a:cs typeface="Times New Roman"/>
                <a:sym typeface="Times New Roman"/>
              </a:rPr>
              <a:t>Failure to invest in employees causes </a:t>
            </a:r>
            <a:endParaRPr/>
          </a:p>
          <a:p>
            <a:pPr indent="-285750" lvl="1" marL="742950" rtl="0" algn="l">
              <a:lnSpc>
                <a:spcPct val="100000"/>
              </a:lnSpc>
              <a:spcBef>
                <a:spcPts val="640"/>
              </a:spcBef>
              <a:spcAft>
                <a:spcPts val="0"/>
              </a:spcAft>
              <a:buClr>
                <a:srgbClr val="FFFF99"/>
              </a:buClr>
              <a:buSzPts val="3200"/>
              <a:buFont typeface="Arial Narrow"/>
              <a:buChar char="–"/>
            </a:pPr>
            <a:r>
              <a:rPr b="0" i="0" lang="en-US" sz="3200" u="none">
                <a:solidFill>
                  <a:srgbClr val="FFFF99"/>
                </a:solidFill>
                <a:latin typeface="Arial Narrow"/>
                <a:ea typeface="Arial Narrow"/>
                <a:cs typeface="Arial Narrow"/>
                <a:sym typeface="Arial Narrow"/>
              </a:rPr>
              <a:t>Inefficiency </a:t>
            </a:r>
            <a:endParaRPr/>
          </a:p>
          <a:p>
            <a:pPr indent="-285750" lvl="1" marL="742950" rtl="0" algn="l">
              <a:lnSpc>
                <a:spcPct val="100000"/>
              </a:lnSpc>
              <a:spcBef>
                <a:spcPts val="640"/>
              </a:spcBef>
              <a:spcAft>
                <a:spcPts val="0"/>
              </a:spcAft>
              <a:buClr>
                <a:srgbClr val="FFFF99"/>
              </a:buClr>
              <a:buSzPts val="3200"/>
              <a:buFont typeface="Arial Narrow"/>
              <a:buChar char="–"/>
            </a:pPr>
            <a:r>
              <a:rPr b="0" i="0" lang="en-US" sz="3200" u="none">
                <a:solidFill>
                  <a:srgbClr val="FFFF99"/>
                </a:solidFill>
                <a:latin typeface="Arial Narrow"/>
                <a:ea typeface="Arial Narrow"/>
                <a:cs typeface="Arial Narrow"/>
                <a:sym typeface="Arial Narrow"/>
              </a:rPr>
              <a:t>Weakening of organization’s competitive position</a:t>
            </a:r>
            <a:endParaRPr/>
          </a:p>
          <a:p>
            <a:pPr indent="-284162" lvl="0" marL="284162" rtl="0" algn="l">
              <a:lnSpc>
                <a:spcPct val="100000"/>
              </a:lnSpc>
              <a:spcBef>
                <a:spcPts val="720"/>
              </a:spcBef>
              <a:spcAft>
                <a:spcPts val="0"/>
              </a:spcAft>
              <a:buClr>
                <a:schemeClr val="lt1"/>
              </a:buClr>
              <a:buSzPts val="3600"/>
              <a:buFont typeface="Times New Roman"/>
              <a:buChar char="•"/>
            </a:pPr>
            <a:r>
              <a:rPr b="0" i="0" lang="en-US" sz="3600" u="none">
                <a:solidFill>
                  <a:schemeClr val="lt1"/>
                </a:solidFill>
                <a:latin typeface="Times New Roman"/>
                <a:ea typeface="Times New Roman"/>
                <a:cs typeface="Times New Roman"/>
                <a:sym typeface="Times New Roman"/>
              </a:rPr>
              <a:t>Human assets are risky investment </a:t>
            </a:r>
            <a:endParaRPr/>
          </a:p>
          <a:p>
            <a:pPr indent="-284162" lvl="0" marL="284162" rtl="0" algn="l">
              <a:lnSpc>
                <a:spcPct val="100000"/>
              </a:lnSpc>
              <a:spcBef>
                <a:spcPts val="720"/>
              </a:spcBef>
              <a:spcAft>
                <a:spcPts val="0"/>
              </a:spcAft>
              <a:buClr>
                <a:schemeClr val="lt1"/>
              </a:buClr>
              <a:buSzPts val="3600"/>
              <a:buFont typeface="Times New Roman"/>
              <a:buChar char="•"/>
            </a:pPr>
            <a:r>
              <a:rPr b="0" i="0" lang="en-US" sz="3600" u="none">
                <a:solidFill>
                  <a:schemeClr val="lt1"/>
                </a:solidFill>
                <a:latin typeface="Times New Roman"/>
                <a:ea typeface="Times New Roman"/>
                <a:cs typeface="Times New Roman"/>
                <a:sym typeface="Times New Roman"/>
              </a:rPr>
              <a:t>Require extra effort to ensure that they are not lost</a:t>
            </a:r>
            <a:endParaRPr/>
          </a:p>
        </p:txBody>
      </p:sp>
    </p:spTree>
  </p:cSld>
  <p:clrMapOvr>
    <a:masterClrMapping/>
  </p:clrMapOvr>
  <p:transition spd="med">
    <p:push dir="r"/>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0"/>
          <p:cNvPicPr preferRelativeResize="0"/>
          <p:nvPr>
            <p:ph idx="1" type="body"/>
          </p:nvPr>
        </p:nvPicPr>
        <p:blipFill rotWithShape="1">
          <a:blip r:embed="rId3">
            <a:alphaModFix/>
          </a:blip>
          <a:srcRect b="0" l="0" r="0" t="0"/>
          <a:stretch/>
        </p:blipFill>
        <p:spPr>
          <a:xfrm>
            <a:off x="1981200" y="533400"/>
            <a:ext cx="5181600" cy="5838825"/>
          </a:xfrm>
          <a:prstGeom prst="rect">
            <a:avLst/>
          </a:prstGeom>
          <a:noFill/>
          <a:ln>
            <a:noFill/>
          </a:ln>
        </p:spPr>
      </p:pic>
    </p:spTree>
  </p:cSld>
  <p:clrMapOvr>
    <a:masterClrMapping/>
  </p:clrMapOvr>
  <p:transition spd="med">
    <p:push dir="r"/>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685800" y="304800"/>
            <a:ext cx="7772400" cy="914400"/>
          </a:xfrm>
          <a:prstGeom prst="rect">
            <a:avLst/>
          </a:prstGeom>
          <a:solidFill>
            <a:srgbClr val="000062"/>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99"/>
              </a:buClr>
              <a:buSzPts val="3200"/>
              <a:buFont typeface="Tahoma"/>
              <a:buNone/>
            </a:pPr>
            <a:r>
              <a:rPr b="0" i="0" lang="en-US" sz="3200" u="none">
                <a:solidFill>
                  <a:srgbClr val="FFFF99"/>
                </a:solidFill>
                <a:latin typeface="Tahoma"/>
                <a:ea typeface="Tahoma"/>
                <a:cs typeface="Tahoma"/>
                <a:sym typeface="Tahoma"/>
              </a:rPr>
              <a:t>Research Findings</a:t>
            </a:r>
            <a:endParaRPr/>
          </a:p>
        </p:txBody>
      </p:sp>
      <p:sp>
        <p:nvSpPr>
          <p:cNvPr id="119" name="Google Shape;119;p21"/>
          <p:cNvSpPr txBox="1"/>
          <p:nvPr>
            <p:ph idx="1" type="body"/>
          </p:nvPr>
        </p:nvSpPr>
        <p:spPr>
          <a:xfrm>
            <a:off x="685800" y="1447800"/>
            <a:ext cx="7772400" cy="4876800"/>
          </a:xfrm>
          <a:prstGeom prst="rect">
            <a:avLst/>
          </a:prstGeom>
          <a:solidFill>
            <a:srgbClr val="000062"/>
          </a:solidFill>
          <a:ln>
            <a:noFill/>
          </a:ln>
        </p:spPr>
        <p:txBody>
          <a:bodyPr anchorCtr="0" anchor="t" bIns="45700" lIns="137150" spcFirstLastPara="1" rIns="137150" wrap="square" tIns="45700">
            <a:noAutofit/>
          </a:bodyPr>
          <a:lstStyle/>
          <a:p>
            <a:pPr indent="-284162" lvl="0" marL="284162" rtl="0" algn="l">
              <a:lnSpc>
                <a:spcPct val="100000"/>
              </a:lnSpc>
              <a:spcBef>
                <a:spcPts val="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HR practices directly related to profitability &amp; market value</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Primary reason for profitability: </a:t>
            </a:r>
            <a:endParaRPr/>
          </a:p>
          <a:p>
            <a:pPr indent="-285750" lvl="1" marL="742950" rtl="0" algn="l">
              <a:lnSpc>
                <a:spcPct val="100000"/>
              </a:lnSpc>
              <a:spcBef>
                <a:spcPts val="480"/>
              </a:spcBef>
              <a:spcAft>
                <a:spcPts val="0"/>
              </a:spcAft>
              <a:buClr>
                <a:srgbClr val="FFFF99"/>
              </a:buClr>
              <a:buSzPts val="2400"/>
              <a:buFont typeface="Arial Narrow"/>
              <a:buChar char="–"/>
            </a:pPr>
            <a:r>
              <a:rPr b="0" i="0" lang="en-US" sz="2400" u="none">
                <a:solidFill>
                  <a:srgbClr val="FFFF99"/>
                </a:solidFill>
                <a:latin typeface="Arial Narrow"/>
                <a:ea typeface="Arial Narrow"/>
                <a:cs typeface="Arial Narrow"/>
                <a:sym typeface="Arial Narrow"/>
              </a:rPr>
              <a:t>Effective management of human capital</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Integrated management of human capital can result in 47% increase in market value</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Top 10% of organizations studied experienced 391% return on investment in management of human capital</a:t>
            </a:r>
            <a:endParaRPr/>
          </a:p>
        </p:txBody>
      </p:sp>
    </p:spTree>
  </p:cSld>
  <p:clrMapOvr>
    <a:masterClrMapping/>
  </p:clrMapOvr>
  <p:transition spd="med">
    <p:push dir="r"/>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p:cNvPicPr preferRelativeResize="0"/>
          <p:nvPr>
            <p:ph idx="1" type="body"/>
          </p:nvPr>
        </p:nvPicPr>
        <p:blipFill rotWithShape="1">
          <a:blip r:embed="rId3">
            <a:alphaModFix/>
          </a:blip>
          <a:srcRect b="0" l="0" r="0" t="0"/>
          <a:stretch/>
        </p:blipFill>
        <p:spPr>
          <a:xfrm>
            <a:off x="700087" y="838200"/>
            <a:ext cx="7743825" cy="5334000"/>
          </a:xfrm>
          <a:prstGeom prst="rect">
            <a:avLst/>
          </a:prstGeom>
          <a:noFill/>
          <a:ln>
            <a:noFill/>
          </a:ln>
        </p:spPr>
      </p:pic>
    </p:spTree>
  </p:cSld>
  <p:clrMapOvr>
    <a:masterClrMapping/>
  </p:clrMapOvr>
  <p:transition spd="med">
    <p:push dir="r"/>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685800" y="304800"/>
            <a:ext cx="7772400" cy="914400"/>
          </a:xfrm>
          <a:prstGeom prst="rect">
            <a:avLst/>
          </a:prstGeom>
          <a:solidFill>
            <a:srgbClr val="000062"/>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99"/>
              </a:buClr>
              <a:buSzPts val="3200"/>
              <a:buFont typeface="Tahoma"/>
              <a:buNone/>
            </a:pPr>
            <a:r>
              <a:rPr b="0" i="0" lang="en-US" sz="3200" u="none">
                <a:solidFill>
                  <a:srgbClr val="FFFF99"/>
                </a:solidFill>
                <a:latin typeface="Tahoma"/>
                <a:ea typeface="Tahoma"/>
                <a:cs typeface="Tahoma"/>
                <a:sym typeface="Tahoma"/>
              </a:rPr>
              <a:t>HUMAN RESOURCE METRICS</a:t>
            </a:r>
            <a:endParaRPr/>
          </a:p>
        </p:txBody>
      </p:sp>
      <p:sp>
        <p:nvSpPr>
          <p:cNvPr id="130" name="Google Shape;130;p23"/>
          <p:cNvSpPr txBox="1"/>
          <p:nvPr>
            <p:ph idx="1" type="body"/>
          </p:nvPr>
        </p:nvSpPr>
        <p:spPr>
          <a:xfrm>
            <a:off x="685800" y="1447800"/>
            <a:ext cx="7772400" cy="4876800"/>
          </a:xfrm>
          <a:prstGeom prst="rect">
            <a:avLst/>
          </a:prstGeom>
          <a:noFill/>
          <a:ln>
            <a:noFill/>
          </a:ln>
        </p:spPr>
        <p:txBody>
          <a:bodyPr anchorCtr="0" anchor="t" bIns="45700" lIns="137150" spcFirstLastPara="1" rIns="137150" wrap="square" tIns="45700">
            <a:noAutofit/>
          </a:bodyPr>
          <a:lstStyle/>
          <a:p>
            <a:pPr indent="-284162" lvl="0" marL="284162" marR="0" rtl="0" algn="l">
              <a:lnSpc>
                <a:spcPct val="100000"/>
              </a:lnSpc>
              <a:spcBef>
                <a:spcPts val="0"/>
              </a:spcBef>
              <a:spcAft>
                <a:spcPts val="0"/>
              </a:spcAft>
              <a:buClr>
                <a:schemeClr val="lt1"/>
              </a:buClr>
              <a:buSzPts val="2400"/>
              <a:buFont typeface="Times New Roman"/>
              <a:buChar char="•"/>
            </a:pPr>
            <a:r>
              <a:rPr b="0" i="0" lang="en-US" sz="2400" u="none" cap="none" strike="noStrike">
                <a:solidFill>
                  <a:schemeClr val="lt1"/>
                </a:solidFill>
                <a:latin typeface="Times New Roman"/>
                <a:ea typeface="Times New Roman"/>
                <a:cs typeface="Times New Roman"/>
                <a:sym typeface="Times New Roman"/>
              </a:rPr>
              <a:t>Wall Street analysts still generally fail to acknowledge human capital in assessing the value of an organization and the effect that human resources can have on stock price</a:t>
            </a:r>
            <a:endParaRPr/>
          </a:p>
          <a:p>
            <a:pPr indent="-284162" lvl="0" marL="284162" marR="0" rtl="0" algn="l">
              <a:lnSpc>
                <a:spcPct val="100000"/>
              </a:lnSpc>
              <a:spcBef>
                <a:spcPts val="480"/>
              </a:spcBef>
              <a:spcAft>
                <a:spcPts val="0"/>
              </a:spcAft>
              <a:buClr>
                <a:schemeClr val="lt1"/>
              </a:buClr>
              <a:buSzPts val="2400"/>
              <a:buFont typeface="Times New Roman"/>
              <a:buChar char="•"/>
            </a:pPr>
            <a:r>
              <a:rPr b="0" i="0" lang="en-US" sz="2400" u="none" cap="none" strike="noStrike">
                <a:solidFill>
                  <a:schemeClr val="lt1"/>
                </a:solidFill>
                <a:latin typeface="Times New Roman"/>
                <a:ea typeface="Times New Roman"/>
                <a:cs typeface="Times New Roman"/>
                <a:sym typeface="Times New Roman"/>
              </a:rPr>
              <a:t>This is rooted in the fact that there are no “standard” metrics or measures of human capital, much as there are for other organizational assets</a:t>
            </a:r>
            <a:endParaRPr/>
          </a:p>
          <a:p>
            <a:pPr indent="-284162" lvl="0" marL="284162" marR="0" rtl="0" algn="l">
              <a:lnSpc>
                <a:spcPct val="100000"/>
              </a:lnSpc>
              <a:spcBef>
                <a:spcPts val="480"/>
              </a:spcBef>
              <a:spcAft>
                <a:spcPts val="0"/>
              </a:spcAft>
              <a:buClr>
                <a:schemeClr val="lt1"/>
              </a:buClr>
              <a:buSzPts val="2400"/>
              <a:buFont typeface="Times New Roman"/>
              <a:buChar char="•"/>
            </a:pPr>
            <a:r>
              <a:rPr b="0" i="0" lang="en-US" sz="2400" u="none" cap="none" strike="noStrike">
                <a:solidFill>
                  <a:schemeClr val="lt1"/>
                </a:solidFill>
                <a:latin typeface="Times New Roman"/>
                <a:ea typeface="Times New Roman"/>
                <a:cs typeface="Times New Roman"/>
                <a:sym typeface="Times New Roman"/>
              </a:rPr>
              <a:t>Exhibit 1.4 lists some Common HR Metrics while Exhibit 1.5 displays the means of calculating five common metrics.  However, the appropriate metrics for any given organization will be dependant on that organization’s strategy.</a:t>
            </a:r>
            <a:endParaRPr/>
          </a:p>
          <a:p>
            <a:pPr indent="-131763" lvl="0" marL="284163" marR="0" rtl="0" algn="l">
              <a:spcBef>
                <a:spcPts val="480"/>
              </a:spcBef>
              <a:spcAft>
                <a:spcPts val="0"/>
              </a:spcAft>
              <a:buClr>
                <a:schemeClr val="lt1"/>
              </a:buClr>
              <a:buSzPts val="2400"/>
              <a:buFont typeface="Times New Roman"/>
              <a:buNone/>
            </a:pPr>
            <a:r>
              <a:t/>
            </a:r>
            <a:endParaRPr b="0" i="0" sz="2400" u="none">
              <a:solidFill>
                <a:schemeClr val="lt1"/>
              </a:solidFill>
              <a:latin typeface="Times New Roman"/>
              <a:ea typeface="Times New Roman"/>
              <a:cs typeface="Times New Roman"/>
              <a:sym typeface="Times New Roman"/>
            </a:endParaRPr>
          </a:p>
        </p:txBody>
      </p:sp>
    </p:spTree>
  </p:cSld>
  <p:clrMapOvr>
    <a:masterClrMapping/>
  </p:clrMapOvr>
  <p:transition spd="med">
    <p:push dir="r"/>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4"/>
          <p:cNvPicPr preferRelativeResize="0"/>
          <p:nvPr>
            <p:ph idx="1" type="body"/>
          </p:nvPr>
        </p:nvPicPr>
        <p:blipFill rotWithShape="1">
          <a:blip r:embed="rId3">
            <a:alphaModFix/>
          </a:blip>
          <a:srcRect b="0" l="0" r="0" t="0"/>
          <a:stretch/>
        </p:blipFill>
        <p:spPr>
          <a:xfrm>
            <a:off x="1676400" y="609600"/>
            <a:ext cx="5791200" cy="5535612"/>
          </a:xfrm>
          <a:prstGeom prst="rect">
            <a:avLst/>
          </a:prstGeom>
          <a:noFill/>
          <a:ln>
            <a:noFill/>
          </a:ln>
        </p:spPr>
      </p:pic>
    </p:spTree>
  </p:cSld>
  <p:clrMapOvr>
    <a:masterClrMapping/>
  </p:clrMapOvr>
  <p:transition spd="med">
    <p:push dir="r"/>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5"/>
          <p:cNvPicPr preferRelativeResize="0"/>
          <p:nvPr>
            <p:ph idx="1" type="body"/>
          </p:nvPr>
        </p:nvPicPr>
        <p:blipFill rotWithShape="1">
          <a:blip r:embed="rId3">
            <a:alphaModFix/>
          </a:blip>
          <a:srcRect b="0" l="0" r="0" t="0"/>
          <a:stretch/>
        </p:blipFill>
        <p:spPr>
          <a:xfrm>
            <a:off x="919162" y="990600"/>
            <a:ext cx="7305675" cy="4876800"/>
          </a:xfrm>
          <a:prstGeom prst="rect">
            <a:avLst/>
          </a:prstGeom>
          <a:noFill/>
          <a:ln>
            <a:noFill/>
          </a:ln>
        </p:spPr>
      </p:pic>
    </p:spTree>
  </p:cSld>
  <p:clrMapOvr>
    <a:masterClrMapping/>
  </p:clrMapOvr>
  <p:transition spd="med">
    <p:push dir="r"/>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type="title"/>
          </p:nvPr>
        </p:nvSpPr>
        <p:spPr>
          <a:xfrm>
            <a:off x="685800" y="304800"/>
            <a:ext cx="7772400" cy="914400"/>
          </a:xfrm>
          <a:prstGeom prst="rect">
            <a:avLst/>
          </a:prstGeom>
          <a:solidFill>
            <a:srgbClr val="000062"/>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99"/>
              </a:buClr>
              <a:buSzPts val="3200"/>
              <a:buFont typeface="Tahoma"/>
              <a:buNone/>
            </a:pPr>
            <a:r>
              <a:rPr b="0" i="0" lang="en-US" sz="3200" u="none">
                <a:solidFill>
                  <a:srgbClr val="FFFF99"/>
                </a:solidFill>
                <a:latin typeface="Tahoma"/>
                <a:ea typeface="Tahoma"/>
                <a:cs typeface="Tahoma"/>
                <a:sym typeface="Tahoma"/>
              </a:rPr>
              <a:t>HR Metrics Are Complex</a:t>
            </a:r>
            <a:endParaRPr/>
          </a:p>
        </p:txBody>
      </p:sp>
      <p:sp>
        <p:nvSpPr>
          <p:cNvPr id="146" name="Google Shape;146;p26"/>
          <p:cNvSpPr txBox="1"/>
          <p:nvPr>
            <p:ph idx="1" type="body"/>
          </p:nvPr>
        </p:nvSpPr>
        <p:spPr>
          <a:xfrm>
            <a:off x="685800" y="1447800"/>
            <a:ext cx="7772400" cy="4876800"/>
          </a:xfrm>
          <a:prstGeom prst="rect">
            <a:avLst/>
          </a:prstGeom>
          <a:solidFill>
            <a:srgbClr val="000062"/>
          </a:solidFill>
          <a:ln>
            <a:noFill/>
          </a:ln>
        </p:spPr>
        <p:txBody>
          <a:bodyPr anchorCtr="0" anchor="t" bIns="45700" lIns="137150" spcFirstLastPara="1" rIns="137150" wrap="square" tIns="45700">
            <a:noAutofit/>
          </a:bodyPr>
          <a:lstStyle/>
          <a:p>
            <a:pPr indent="-284162" lvl="0" marL="284162" rtl="0" algn="l">
              <a:lnSpc>
                <a:spcPct val="100000"/>
              </a:lnSpc>
              <a:spcBef>
                <a:spcPts val="0"/>
              </a:spcBef>
              <a:spcAft>
                <a:spcPts val="0"/>
              </a:spcAft>
              <a:buClr>
                <a:schemeClr val="lt1"/>
              </a:buClr>
              <a:buSzPts val="3200"/>
              <a:buFont typeface="Times New Roman"/>
              <a:buChar char="•"/>
            </a:pPr>
            <a:r>
              <a:rPr b="0" i="0" lang="en-US" sz="3200" u="none">
                <a:solidFill>
                  <a:schemeClr val="lt1"/>
                </a:solidFill>
                <a:latin typeface="Times New Roman"/>
                <a:ea typeface="Times New Roman"/>
                <a:cs typeface="Times New Roman"/>
                <a:sym typeface="Times New Roman"/>
              </a:rPr>
              <a:t>90% of Fortune 500 organizations evaluate HR operations on basis of three metrics:</a:t>
            </a:r>
            <a:endParaRPr/>
          </a:p>
          <a:p>
            <a:pPr indent="-285750" lvl="1" marL="742950" rtl="0" algn="l">
              <a:lnSpc>
                <a:spcPct val="100000"/>
              </a:lnSpc>
              <a:spcBef>
                <a:spcPts val="560"/>
              </a:spcBef>
              <a:spcAft>
                <a:spcPts val="0"/>
              </a:spcAft>
              <a:buClr>
                <a:srgbClr val="FFFF99"/>
              </a:buClr>
              <a:buSzPts val="2800"/>
              <a:buFont typeface="Arial Narrow"/>
              <a:buChar char="–"/>
            </a:pPr>
            <a:r>
              <a:rPr b="0" i="0" lang="en-US" sz="2800" u="none">
                <a:solidFill>
                  <a:srgbClr val="FFFF99"/>
                </a:solidFill>
                <a:latin typeface="Arial Narrow"/>
                <a:ea typeface="Arial Narrow"/>
                <a:cs typeface="Arial Narrow"/>
                <a:sym typeface="Arial Narrow"/>
              </a:rPr>
              <a:t>Employee retention and turnover</a:t>
            </a:r>
            <a:endParaRPr/>
          </a:p>
          <a:p>
            <a:pPr indent="-285750" lvl="1" marL="742950" rtl="0" algn="l">
              <a:lnSpc>
                <a:spcPct val="100000"/>
              </a:lnSpc>
              <a:spcBef>
                <a:spcPts val="560"/>
              </a:spcBef>
              <a:spcAft>
                <a:spcPts val="0"/>
              </a:spcAft>
              <a:buClr>
                <a:srgbClr val="FFFF99"/>
              </a:buClr>
              <a:buSzPts val="2800"/>
              <a:buFont typeface="Arial Narrow"/>
              <a:buChar char="–"/>
            </a:pPr>
            <a:r>
              <a:rPr b="0" i="0" lang="en-US" sz="2800" u="none">
                <a:solidFill>
                  <a:srgbClr val="FFFF99"/>
                </a:solidFill>
                <a:latin typeface="Arial Narrow"/>
                <a:ea typeface="Arial Narrow"/>
                <a:cs typeface="Arial Narrow"/>
                <a:sym typeface="Arial Narrow"/>
              </a:rPr>
              <a:t>Corporate morale</a:t>
            </a:r>
            <a:endParaRPr/>
          </a:p>
          <a:p>
            <a:pPr indent="-285750" lvl="1" marL="742950" rtl="0" algn="l">
              <a:lnSpc>
                <a:spcPct val="100000"/>
              </a:lnSpc>
              <a:spcBef>
                <a:spcPts val="560"/>
              </a:spcBef>
              <a:spcAft>
                <a:spcPts val="0"/>
              </a:spcAft>
              <a:buClr>
                <a:srgbClr val="FFFF99"/>
              </a:buClr>
              <a:buSzPts val="2800"/>
              <a:buFont typeface="Arial Narrow"/>
              <a:buChar char="–"/>
            </a:pPr>
            <a:r>
              <a:rPr b="0" i="0" lang="en-US" sz="2800" u="none">
                <a:solidFill>
                  <a:srgbClr val="FFFF99"/>
                </a:solidFill>
                <a:latin typeface="Arial Narrow"/>
                <a:ea typeface="Arial Narrow"/>
                <a:cs typeface="Arial Narrow"/>
                <a:sym typeface="Arial Narrow"/>
              </a:rPr>
              <a:t>Employee satisfaction</a:t>
            </a:r>
            <a:endParaRPr/>
          </a:p>
          <a:p>
            <a:pPr indent="-284162" lvl="0" marL="284162" rtl="0" algn="l">
              <a:lnSpc>
                <a:spcPct val="100000"/>
              </a:lnSpc>
              <a:spcBef>
                <a:spcPts val="640"/>
              </a:spcBef>
              <a:spcAft>
                <a:spcPts val="0"/>
              </a:spcAft>
              <a:buClr>
                <a:schemeClr val="lt1"/>
              </a:buClr>
              <a:buSzPts val="3200"/>
              <a:buFont typeface="Times New Roman"/>
              <a:buChar char="•"/>
            </a:pPr>
            <a:r>
              <a:rPr b="0" i="0" lang="en-US" sz="3200" u="none">
                <a:solidFill>
                  <a:schemeClr val="lt1"/>
                </a:solidFill>
                <a:latin typeface="Times New Roman"/>
                <a:ea typeface="Times New Roman"/>
                <a:cs typeface="Times New Roman"/>
                <a:sym typeface="Times New Roman"/>
              </a:rPr>
              <a:t>These metrics do not necessarily illustrate how HR impacts </a:t>
            </a:r>
            <a:endParaRPr/>
          </a:p>
          <a:p>
            <a:pPr indent="-285750" lvl="1" marL="742950" rtl="0" algn="l">
              <a:lnSpc>
                <a:spcPct val="100000"/>
              </a:lnSpc>
              <a:spcBef>
                <a:spcPts val="560"/>
              </a:spcBef>
              <a:spcAft>
                <a:spcPts val="0"/>
              </a:spcAft>
              <a:buClr>
                <a:srgbClr val="FFFF99"/>
              </a:buClr>
              <a:buSzPts val="2800"/>
              <a:buFont typeface="Arial Narrow"/>
              <a:buChar char="–"/>
            </a:pPr>
            <a:r>
              <a:rPr b="0" i="0" lang="en-US" sz="2800" u="none">
                <a:solidFill>
                  <a:srgbClr val="FFFF99"/>
                </a:solidFill>
                <a:latin typeface="Arial Narrow"/>
                <a:ea typeface="Arial Narrow"/>
                <a:cs typeface="Arial Narrow"/>
                <a:sym typeface="Arial Narrow"/>
              </a:rPr>
              <a:t>Profits </a:t>
            </a:r>
            <a:endParaRPr/>
          </a:p>
          <a:p>
            <a:pPr indent="-285750" lvl="1" marL="742950" rtl="0" algn="l">
              <a:lnSpc>
                <a:spcPct val="100000"/>
              </a:lnSpc>
              <a:spcBef>
                <a:spcPts val="560"/>
              </a:spcBef>
              <a:spcAft>
                <a:spcPts val="0"/>
              </a:spcAft>
              <a:buClr>
                <a:srgbClr val="FFFF99"/>
              </a:buClr>
              <a:buSzPts val="2800"/>
              <a:buFont typeface="Arial Narrow"/>
              <a:buChar char="–"/>
            </a:pPr>
            <a:r>
              <a:rPr b="0" i="0" lang="en-US" sz="2800" u="none">
                <a:solidFill>
                  <a:srgbClr val="FFFF99"/>
                </a:solidFill>
                <a:latin typeface="Arial Narrow"/>
                <a:ea typeface="Arial Narrow"/>
                <a:cs typeface="Arial Narrow"/>
                <a:sym typeface="Arial Narrow"/>
              </a:rPr>
              <a:t>Shareholder value</a:t>
            </a:r>
            <a:endParaRPr/>
          </a:p>
        </p:txBody>
      </p:sp>
    </p:spTree>
  </p:cSld>
  <p:clrMapOvr>
    <a:masterClrMapping/>
  </p:clrMapOvr>
  <p:transition spd="med">
    <p:push dir="r"/>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685800" y="304800"/>
            <a:ext cx="7772400" cy="914400"/>
          </a:xfrm>
          <a:prstGeom prst="rect">
            <a:avLst/>
          </a:prstGeom>
          <a:solidFill>
            <a:srgbClr val="000062"/>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99"/>
              </a:buClr>
              <a:buSzPts val="3200"/>
              <a:buFont typeface="Tahoma"/>
              <a:buNone/>
            </a:pPr>
            <a:r>
              <a:rPr b="0" i="0" lang="en-US" sz="3200" u="none">
                <a:solidFill>
                  <a:srgbClr val="FFFF99"/>
                </a:solidFill>
                <a:latin typeface="Tahoma"/>
                <a:ea typeface="Tahoma"/>
                <a:cs typeface="Tahoma"/>
                <a:sym typeface="Tahoma"/>
              </a:rPr>
              <a:t>Mercer Model of Measuring HR Impact</a:t>
            </a:r>
            <a:endParaRPr/>
          </a:p>
        </p:txBody>
      </p:sp>
      <p:sp>
        <p:nvSpPr>
          <p:cNvPr id="152" name="Google Shape;152;p27"/>
          <p:cNvSpPr txBox="1"/>
          <p:nvPr>
            <p:ph idx="1" type="body"/>
          </p:nvPr>
        </p:nvSpPr>
        <p:spPr>
          <a:xfrm>
            <a:off x="685800" y="1447800"/>
            <a:ext cx="7772400" cy="4876800"/>
          </a:xfrm>
          <a:prstGeom prst="rect">
            <a:avLst/>
          </a:prstGeom>
          <a:solidFill>
            <a:srgbClr val="000062"/>
          </a:solidFill>
          <a:ln>
            <a:noFill/>
          </a:ln>
        </p:spPr>
        <p:txBody>
          <a:bodyPr anchorCtr="0" anchor="t" bIns="45700" lIns="137150" spcFirstLastPara="1" rIns="137150" wrap="square" tIns="45700">
            <a:noAutofit/>
          </a:bodyPr>
          <a:lstStyle/>
          <a:p>
            <a:pPr indent="-284162" lvl="0" marL="284162" rtl="0" algn="l">
              <a:lnSpc>
                <a:spcPct val="100000"/>
              </a:lnSpc>
              <a:spcBef>
                <a:spcPts val="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Identify problem HR can impact</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Calculate actual cost of problem</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Choose HR solution that addresses problem</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Calculate cost of solution</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Calculate value of improvement 6 to 24 months after implementation</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Calculate specific return on investment</a:t>
            </a:r>
            <a:endParaRPr/>
          </a:p>
          <a:p>
            <a:pPr indent="-284162" lvl="0" marL="284162" rtl="0" algn="l">
              <a:lnSpc>
                <a:spcPct val="100000"/>
              </a:lnSpc>
              <a:spcBef>
                <a:spcPts val="560"/>
              </a:spcBef>
              <a:spcAft>
                <a:spcPts val="0"/>
              </a:spcAft>
              <a:buClr>
                <a:schemeClr val="lt1"/>
              </a:buClr>
              <a:buSzPts val="2800"/>
              <a:buFont typeface="Times New Roman"/>
              <a:buChar char="•"/>
            </a:pPr>
            <a:r>
              <a:rPr b="0" i="0" lang="en-US" sz="2800" u="none">
                <a:solidFill>
                  <a:schemeClr val="lt1"/>
                </a:solidFill>
                <a:latin typeface="Times New Roman"/>
                <a:ea typeface="Times New Roman"/>
                <a:cs typeface="Times New Roman"/>
                <a:sym typeface="Times New Roman"/>
              </a:rPr>
              <a:t>ROI in human assets often not realized until some time in future</a:t>
            </a:r>
            <a:endParaRPr/>
          </a:p>
        </p:txBody>
      </p:sp>
    </p:spTree>
  </p:cSld>
  <p:clrMapOvr>
    <a:masterClrMapping/>
  </p:clrMapOvr>
  <p:transition spd="med">
    <p:push dir="r"/>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28"/>
          <p:cNvPicPr preferRelativeResize="0"/>
          <p:nvPr>
            <p:ph idx="1" type="body"/>
          </p:nvPr>
        </p:nvPicPr>
        <p:blipFill rotWithShape="1">
          <a:blip r:embed="rId3">
            <a:alphaModFix/>
          </a:blip>
          <a:srcRect b="0" l="0" r="0" t="0"/>
          <a:stretch/>
        </p:blipFill>
        <p:spPr>
          <a:xfrm>
            <a:off x="874712" y="1371600"/>
            <a:ext cx="7394575" cy="4114800"/>
          </a:xfrm>
          <a:prstGeom prst="rect">
            <a:avLst/>
          </a:prstGeom>
          <a:noFill/>
          <a:ln>
            <a:noFill/>
          </a:ln>
        </p:spPr>
      </p:pic>
    </p:spTree>
  </p:cSld>
  <p:clrMapOvr>
    <a:masterClrMapping/>
  </p:clrMapOvr>
  <p:transition spd="med">
    <p:push dir="r"/>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9"/>
          <p:cNvSpPr txBox="1"/>
          <p:nvPr>
            <p:ph type="title"/>
          </p:nvPr>
        </p:nvSpPr>
        <p:spPr>
          <a:xfrm>
            <a:off x="685800" y="304800"/>
            <a:ext cx="7772400" cy="914400"/>
          </a:xfrm>
          <a:prstGeom prst="rect">
            <a:avLst/>
          </a:prstGeom>
          <a:solidFill>
            <a:srgbClr val="000062"/>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99"/>
              </a:buClr>
              <a:buSzPts val="3200"/>
              <a:buFont typeface="Tahoma"/>
              <a:buNone/>
            </a:pPr>
            <a:r>
              <a:rPr b="0" i="0" lang="en-US" sz="3200" u="none">
                <a:solidFill>
                  <a:srgbClr val="FFFF99"/>
                </a:solidFill>
                <a:latin typeface="Tahoma"/>
                <a:ea typeface="Tahoma"/>
                <a:cs typeface="Tahoma"/>
                <a:sym typeface="Tahoma"/>
              </a:rPr>
              <a:t>Investment-Oriented Organization</a:t>
            </a:r>
            <a:endParaRPr/>
          </a:p>
        </p:txBody>
      </p:sp>
      <p:sp>
        <p:nvSpPr>
          <p:cNvPr id="163" name="Google Shape;163;p29"/>
          <p:cNvSpPr txBox="1"/>
          <p:nvPr>
            <p:ph idx="1" type="body"/>
          </p:nvPr>
        </p:nvSpPr>
        <p:spPr>
          <a:xfrm>
            <a:off x="685800" y="1447800"/>
            <a:ext cx="7772400" cy="4876800"/>
          </a:xfrm>
          <a:prstGeom prst="rect">
            <a:avLst/>
          </a:prstGeom>
          <a:solidFill>
            <a:srgbClr val="000062"/>
          </a:solidFill>
          <a:ln>
            <a:noFill/>
          </a:ln>
        </p:spPr>
        <p:txBody>
          <a:bodyPr anchorCtr="0" anchor="t" bIns="45700" lIns="137150" spcFirstLastPara="1" rIns="137150" wrap="square" tIns="45700">
            <a:noAutofit/>
          </a:bodyPr>
          <a:lstStyle/>
          <a:p>
            <a:pPr indent="-284162" lvl="0" marL="284162" rtl="0" algn="l">
              <a:lnSpc>
                <a:spcPct val="100000"/>
              </a:lnSpc>
              <a:spcBef>
                <a:spcPts val="0"/>
              </a:spcBef>
              <a:spcAft>
                <a:spcPts val="0"/>
              </a:spcAft>
              <a:buClr>
                <a:schemeClr val="lt1"/>
              </a:buClr>
              <a:buSzPts val="3200"/>
              <a:buFont typeface="Times New Roman"/>
              <a:buChar char="•"/>
            </a:pPr>
            <a:r>
              <a:rPr b="0" i="0" lang="en-US" sz="3200" u="none">
                <a:solidFill>
                  <a:schemeClr val="lt1"/>
                </a:solidFill>
                <a:latin typeface="Times New Roman"/>
                <a:ea typeface="Times New Roman"/>
                <a:cs typeface="Times New Roman"/>
                <a:sym typeface="Times New Roman"/>
              </a:rPr>
              <a:t>Sees people as central to mission &amp; strategy</a:t>
            </a:r>
            <a:endParaRPr/>
          </a:p>
          <a:p>
            <a:pPr indent="-284162" lvl="0" marL="284162" rtl="0" algn="l">
              <a:lnSpc>
                <a:spcPct val="100000"/>
              </a:lnSpc>
              <a:spcBef>
                <a:spcPts val="640"/>
              </a:spcBef>
              <a:spcAft>
                <a:spcPts val="0"/>
              </a:spcAft>
              <a:buClr>
                <a:schemeClr val="lt1"/>
              </a:buClr>
              <a:buSzPts val="3200"/>
              <a:buFont typeface="Times New Roman"/>
              <a:buChar char="•"/>
            </a:pPr>
            <a:r>
              <a:rPr b="0" i="0" lang="en-US" sz="3200" u="none">
                <a:solidFill>
                  <a:schemeClr val="lt1"/>
                </a:solidFill>
                <a:latin typeface="Times New Roman"/>
                <a:ea typeface="Times New Roman"/>
                <a:cs typeface="Times New Roman"/>
                <a:sym typeface="Times New Roman"/>
              </a:rPr>
              <a:t>Mission statement &amp; strategic objectives espouse value of human assets in achieving goals</a:t>
            </a:r>
            <a:endParaRPr/>
          </a:p>
          <a:p>
            <a:pPr indent="-284162" lvl="0" marL="284162" rtl="0" algn="l">
              <a:lnSpc>
                <a:spcPct val="100000"/>
              </a:lnSpc>
              <a:spcBef>
                <a:spcPts val="640"/>
              </a:spcBef>
              <a:spcAft>
                <a:spcPts val="0"/>
              </a:spcAft>
              <a:buClr>
                <a:schemeClr val="lt1"/>
              </a:buClr>
              <a:buSzPts val="3200"/>
              <a:buFont typeface="Times New Roman"/>
              <a:buChar char="•"/>
            </a:pPr>
            <a:r>
              <a:rPr b="0" i="0" lang="en-US" sz="3200" u="none">
                <a:solidFill>
                  <a:schemeClr val="lt1"/>
                </a:solidFill>
                <a:latin typeface="Times New Roman"/>
                <a:ea typeface="Times New Roman"/>
                <a:cs typeface="Times New Roman"/>
                <a:sym typeface="Times New Roman"/>
              </a:rPr>
              <a:t>Management philosophy encouraging  development &amp; retention of human assets </a:t>
            </a:r>
            <a:endParaRPr/>
          </a:p>
          <a:p>
            <a:pPr indent="-284162" lvl="0" marL="284162" rtl="0" algn="l">
              <a:lnSpc>
                <a:spcPct val="100000"/>
              </a:lnSpc>
              <a:spcBef>
                <a:spcPts val="640"/>
              </a:spcBef>
              <a:spcAft>
                <a:spcPts val="0"/>
              </a:spcAft>
              <a:buClr>
                <a:schemeClr val="lt1"/>
              </a:buClr>
              <a:buSzPts val="3200"/>
              <a:buFont typeface="Times New Roman"/>
              <a:buChar char="•"/>
            </a:pPr>
            <a:r>
              <a:rPr b="0" i="0" lang="en-US" sz="3200" u="none">
                <a:solidFill>
                  <a:schemeClr val="lt1"/>
                </a:solidFill>
                <a:latin typeface="Times New Roman"/>
                <a:ea typeface="Times New Roman"/>
                <a:cs typeface="Times New Roman"/>
                <a:sym typeface="Times New Roman"/>
              </a:rPr>
              <a:t>Does not treat human assets in same ways as physical assets</a:t>
            </a:r>
            <a:endParaRPr/>
          </a:p>
        </p:txBody>
      </p:sp>
    </p:spTree>
  </p:cSld>
  <p:clrMapOvr>
    <a:masterClrMapping/>
  </p:clrMapOvr>
  <p:transition spd="med">
    <p:push dir="r"/>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685800" y="304800"/>
            <a:ext cx="7772400" cy="914400"/>
          </a:xfrm>
          <a:prstGeom prst="rect">
            <a:avLst/>
          </a:prstGeom>
          <a:solidFill>
            <a:srgbClr val="000062"/>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99"/>
              </a:buClr>
              <a:buSzPts val="3200"/>
              <a:buFont typeface="Tahoma"/>
              <a:buNone/>
            </a:pPr>
            <a:r>
              <a:rPr b="0" i="0" lang="en-US" sz="3200" u="none">
                <a:solidFill>
                  <a:srgbClr val="FFFF99"/>
                </a:solidFill>
                <a:latin typeface="Tahoma"/>
                <a:ea typeface="Tahoma"/>
                <a:cs typeface="Tahoma"/>
                <a:sym typeface="Tahoma"/>
              </a:rPr>
              <a:t>Investment Orientation Factors</a:t>
            </a:r>
            <a:endParaRPr/>
          </a:p>
        </p:txBody>
      </p:sp>
      <p:sp>
        <p:nvSpPr>
          <p:cNvPr id="169" name="Google Shape;169;p30"/>
          <p:cNvSpPr txBox="1"/>
          <p:nvPr>
            <p:ph idx="1" type="body"/>
          </p:nvPr>
        </p:nvSpPr>
        <p:spPr>
          <a:xfrm>
            <a:off x="685800" y="1447800"/>
            <a:ext cx="7772400" cy="4876800"/>
          </a:xfrm>
          <a:prstGeom prst="rect">
            <a:avLst/>
          </a:prstGeom>
          <a:solidFill>
            <a:srgbClr val="000062"/>
          </a:solidFill>
          <a:ln>
            <a:noFill/>
          </a:ln>
        </p:spPr>
        <p:txBody>
          <a:bodyPr anchorCtr="0" anchor="t" bIns="45700" lIns="137150" spcFirstLastPara="1" rIns="137150" wrap="square" tIns="45700">
            <a:noAutofit/>
          </a:bodyPr>
          <a:lstStyle/>
          <a:p>
            <a:pPr indent="-284162" lvl="0" marL="284162" rtl="0" algn="l">
              <a:lnSpc>
                <a:spcPct val="100000"/>
              </a:lnSpc>
              <a:spcBef>
                <a:spcPts val="0"/>
              </a:spcBef>
              <a:spcAft>
                <a:spcPts val="0"/>
              </a:spcAft>
              <a:buClr>
                <a:schemeClr val="lt1"/>
              </a:buClr>
              <a:buSzPts val="3200"/>
              <a:buFont typeface="Times New Roman"/>
              <a:buChar char="•"/>
            </a:pPr>
            <a:r>
              <a:rPr b="0" i="0" lang="en-US" sz="3200" u="none">
                <a:solidFill>
                  <a:schemeClr val="lt1"/>
                </a:solidFill>
                <a:latin typeface="Times New Roman"/>
                <a:ea typeface="Times New Roman"/>
                <a:cs typeface="Times New Roman"/>
                <a:sym typeface="Times New Roman"/>
              </a:rPr>
              <a:t>Senior Management Values &amp; Actions</a:t>
            </a:r>
            <a:endParaRPr/>
          </a:p>
          <a:p>
            <a:pPr indent="-285750" lvl="1" marL="742950" rtl="0" algn="l">
              <a:lnSpc>
                <a:spcPct val="100000"/>
              </a:lnSpc>
              <a:spcBef>
                <a:spcPts val="560"/>
              </a:spcBef>
              <a:spcAft>
                <a:spcPts val="0"/>
              </a:spcAft>
              <a:buClr>
                <a:srgbClr val="FFFF99"/>
              </a:buClr>
              <a:buSzPts val="2800"/>
              <a:buFont typeface="Arial Narrow"/>
              <a:buChar char="–"/>
            </a:pPr>
            <a:r>
              <a:rPr b="0" i="0" lang="en-US" sz="2800" u="none">
                <a:solidFill>
                  <a:srgbClr val="FFFF99"/>
                </a:solidFill>
                <a:latin typeface="Arial Narrow"/>
                <a:ea typeface="Arial Narrow"/>
                <a:cs typeface="Arial Narrow"/>
                <a:sym typeface="Arial Narrow"/>
              </a:rPr>
              <a:t>Managers need “investment orientation” toward  people</a:t>
            </a:r>
            <a:endParaRPr/>
          </a:p>
          <a:p>
            <a:pPr indent="-284162" lvl="0" marL="284162" rtl="0" algn="l">
              <a:lnSpc>
                <a:spcPct val="100000"/>
              </a:lnSpc>
              <a:spcBef>
                <a:spcPts val="640"/>
              </a:spcBef>
              <a:spcAft>
                <a:spcPts val="0"/>
              </a:spcAft>
              <a:buClr>
                <a:schemeClr val="lt1"/>
              </a:buClr>
              <a:buSzPts val="3200"/>
              <a:buFont typeface="Times New Roman"/>
              <a:buChar char="•"/>
            </a:pPr>
            <a:r>
              <a:rPr b="0" i="0" lang="en-US" sz="3200" u="none">
                <a:solidFill>
                  <a:schemeClr val="lt1"/>
                </a:solidFill>
                <a:latin typeface="Times New Roman"/>
                <a:ea typeface="Times New Roman"/>
                <a:cs typeface="Times New Roman"/>
                <a:sym typeface="Times New Roman"/>
              </a:rPr>
              <a:t>Attitude Toward Risk</a:t>
            </a:r>
            <a:endParaRPr/>
          </a:p>
          <a:p>
            <a:pPr indent="-285750" lvl="1" marL="742950" rtl="0" algn="l">
              <a:lnSpc>
                <a:spcPct val="100000"/>
              </a:lnSpc>
              <a:spcBef>
                <a:spcPts val="560"/>
              </a:spcBef>
              <a:spcAft>
                <a:spcPts val="0"/>
              </a:spcAft>
              <a:buClr>
                <a:srgbClr val="FFFF99"/>
              </a:buClr>
              <a:buSzPts val="2800"/>
              <a:buFont typeface="Arial Narrow"/>
              <a:buChar char="–"/>
            </a:pPr>
            <a:r>
              <a:rPr b="0" i="0" lang="en-US" sz="2800" u="none">
                <a:solidFill>
                  <a:srgbClr val="FFFF99"/>
                </a:solidFill>
                <a:latin typeface="Arial Narrow"/>
                <a:ea typeface="Arial Narrow"/>
                <a:cs typeface="Arial Narrow"/>
                <a:sym typeface="Arial Narrow"/>
              </a:rPr>
              <a:t>Investment in human resources inherently riskier </a:t>
            </a:r>
            <a:endParaRPr/>
          </a:p>
          <a:p>
            <a:pPr indent="-285750" lvl="1" marL="742950" rtl="0" algn="l">
              <a:lnSpc>
                <a:spcPct val="100000"/>
              </a:lnSpc>
              <a:spcBef>
                <a:spcPts val="560"/>
              </a:spcBef>
              <a:spcAft>
                <a:spcPts val="0"/>
              </a:spcAft>
              <a:buClr>
                <a:srgbClr val="FFFF99"/>
              </a:buClr>
              <a:buSzPts val="2800"/>
              <a:buFont typeface="Arial Narrow"/>
              <a:buChar char="–"/>
            </a:pPr>
            <a:r>
              <a:rPr b="0" i="0" lang="en-US" sz="2800" u="none">
                <a:solidFill>
                  <a:srgbClr val="FFFF99"/>
                </a:solidFill>
                <a:latin typeface="Arial Narrow"/>
                <a:ea typeface="Arial Narrow"/>
                <a:cs typeface="Arial Narrow"/>
                <a:sym typeface="Arial Narrow"/>
              </a:rPr>
              <a:t>Human assets never absolutely “owned” </a:t>
            </a:r>
            <a:endParaRPr/>
          </a:p>
          <a:p>
            <a:pPr indent="-284162" lvl="0" marL="284162" rtl="0" algn="l">
              <a:lnSpc>
                <a:spcPct val="100000"/>
              </a:lnSpc>
              <a:spcBef>
                <a:spcPts val="640"/>
              </a:spcBef>
              <a:spcAft>
                <a:spcPts val="0"/>
              </a:spcAft>
              <a:buClr>
                <a:schemeClr val="lt1"/>
              </a:buClr>
              <a:buSzPts val="3200"/>
              <a:buFont typeface="Times New Roman"/>
              <a:buChar char="•"/>
            </a:pPr>
            <a:r>
              <a:rPr b="0" i="0" lang="en-US" sz="3200" u="none">
                <a:solidFill>
                  <a:schemeClr val="lt1"/>
                </a:solidFill>
                <a:latin typeface="Times New Roman"/>
                <a:ea typeface="Times New Roman"/>
                <a:cs typeface="Times New Roman"/>
                <a:sym typeface="Times New Roman"/>
              </a:rPr>
              <a:t>Nature of Skills Needed by Employees</a:t>
            </a:r>
            <a:endParaRPr/>
          </a:p>
          <a:p>
            <a:pPr indent="-285750" lvl="1" marL="742950" rtl="0" algn="l">
              <a:lnSpc>
                <a:spcPct val="100000"/>
              </a:lnSpc>
              <a:spcBef>
                <a:spcPts val="560"/>
              </a:spcBef>
              <a:spcAft>
                <a:spcPts val="0"/>
              </a:spcAft>
              <a:buClr>
                <a:srgbClr val="FFFF99"/>
              </a:buClr>
              <a:buSzPts val="2800"/>
              <a:buFont typeface="Arial Narrow"/>
              <a:buChar char="–"/>
            </a:pPr>
            <a:r>
              <a:rPr b="0" i="0" lang="en-US" sz="2800" u="none">
                <a:solidFill>
                  <a:srgbClr val="FFFF99"/>
                </a:solidFill>
                <a:latin typeface="Arial Narrow"/>
                <a:ea typeface="Arial Narrow"/>
                <a:cs typeface="Arial Narrow"/>
                <a:sym typeface="Arial Narrow"/>
              </a:rPr>
              <a:t>The more marketable employee skills, the riskier the firm’s investment in skill development</a:t>
            </a:r>
            <a:endParaRPr/>
          </a:p>
        </p:txBody>
      </p:sp>
    </p:spTree>
  </p:cSld>
  <p:clrMapOvr>
    <a:masterClrMapping/>
  </p:clrMapOvr>
  <p:transition spd="med">
    <p:push dir="r"/>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685800" y="304800"/>
            <a:ext cx="7772400" cy="914400"/>
          </a:xfrm>
          <a:prstGeom prst="rect">
            <a:avLst/>
          </a:prstGeom>
          <a:solidFill>
            <a:srgbClr val="000062"/>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99"/>
              </a:buClr>
              <a:buSzPts val="3200"/>
              <a:buFont typeface="Tahoma"/>
              <a:buNone/>
            </a:pPr>
            <a:r>
              <a:rPr b="0" i="0" lang="en-US" sz="3200" u="none">
                <a:solidFill>
                  <a:srgbClr val="FFFF99"/>
                </a:solidFill>
                <a:latin typeface="Tahoma"/>
                <a:ea typeface="Tahoma"/>
                <a:cs typeface="Tahoma"/>
                <a:sym typeface="Tahoma"/>
              </a:rPr>
              <a:t>Investment Orientation Factors</a:t>
            </a:r>
            <a:endParaRPr/>
          </a:p>
        </p:txBody>
      </p:sp>
      <p:sp>
        <p:nvSpPr>
          <p:cNvPr id="175" name="Google Shape;175;p31"/>
          <p:cNvSpPr txBox="1"/>
          <p:nvPr>
            <p:ph idx="1" type="body"/>
          </p:nvPr>
        </p:nvSpPr>
        <p:spPr>
          <a:xfrm>
            <a:off x="685800" y="1447800"/>
            <a:ext cx="7772400" cy="4876800"/>
          </a:xfrm>
          <a:prstGeom prst="rect">
            <a:avLst/>
          </a:prstGeom>
          <a:solidFill>
            <a:srgbClr val="000062"/>
          </a:solidFill>
          <a:ln>
            <a:noFill/>
          </a:ln>
        </p:spPr>
        <p:txBody>
          <a:bodyPr anchorCtr="0" anchor="t" bIns="45700" lIns="137150" spcFirstLastPara="1" rIns="137150" wrap="square" tIns="45700">
            <a:noAutofit/>
          </a:bodyPr>
          <a:lstStyle/>
          <a:p>
            <a:pPr indent="-284162" lvl="0" marL="284162" rtl="0" algn="l">
              <a:lnSpc>
                <a:spcPct val="100000"/>
              </a:lnSpc>
              <a:spcBef>
                <a:spcPts val="0"/>
              </a:spcBef>
              <a:spcAft>
                <a:spcPts val="0"/>
              </a:spcAft>
              <a:buClr>
                <a:schemeClr val="lt1"/>
              </a:buClr>
              <a:buSzPts val="3200"/>
              <a:buFont typeface="Times New Roman"/>
              <a:buChar char="•"/>
            </a:pPr>
            <a:r>
              <a:rPr b="0" i="0" lang="en-US" sz="3200" u="none">
                <a:solidFill>
                  <a:schemeClr val="lt1"/>
                </a:solidFill>
                <a:latin typeface="Times New Roman"/>
                <a:ea typeface="Times New Roman"/>
                <a:cs typeface="Times New Roman"/>
                <a:sym typeface="Times New Roman"/>
              </a:rPr>
              <a:t>Utilitarian (“Bottom Line”) Mentality</a:t>
            </a:r>
            <a:endParaRPr/>
          </a:p>
          <a:p>
            <a:pPr indent="-285750" lvl="1" marL="742950" rtl="0" algn="l">
              <a:lnSpc>
                <a:spcPct val="100000"/>
              </a:lnSpc>
              <a:spcBef>
                <a:spcPts val="560"/>
              </a:spcBef>
              <a:spcAft>
                <a:spcPts val="0"/>
              </a:spcAft>
              <a:buClr>
                <a:srgbClr val="FFFF99"/>
              </a:buClr>
              <a:buSzPts val="2800"/>
              <a:buFont typeface="Arial Narrow"/>
              <a:buChar char="–"/>
            </a:pPr>
            <a:r>
              <a:rPr b="0" i="0" lang="en-US" sz="2800" u="none">
                <a:solidFill>
                  <a:srgbClr val="FFFF99"/>
                </a:solidFill>
                <a:latin typeface="Arial Narrow"/>
                <a:ea typeface="Arial Narrow"/>
                <a:cs typeface="Arial Narrow"/>
                <a:sym typeface="Arial Narrow"/>
              </a:rPr>
              <a:t>Attempt made to quantify employee worth through cost-benefit analysis</a:t>
            </a:r>
            <a:endParaRPr/>
          </a:p>
          <a:p>
            <a:pPr indent="-285750" lvl="1" marL="742950" rtl="0" algn="l">
              <a:lnSpc>
                <a:spcPct val="100000"/>
              </a:lnSpc>
              <a:spcBef>
                <a:spcPts val="560"/>
              </a:spcBef>
              <a:spcAft>
                <a:spcPts val="0"/>
              </a:spcAft>
              <a:buClr>
                <a:srgbClr val="FFFF99"/>
              </a:buClr>
              <a:buSzPts val="2800"/>
              <a:buFont typeface="Arial Narrow"/>
              <a:buChar char="–"/>
            </a:pPr>
            <a:r>
              <a:rPr b="0" i="0" lang="en-US" sz="2800" u="none">
                <a:solidFill>
                  <a:srgbClr val="FFFF99"/>
                </a:solidFill>
                <a:latin typeface="Arial Narrow"/>
                <a:ea typeface="Arial Narrow"/>
                <a:cs typeface="Arial Narrow"/>
                <a:sym typeface="Arial Narrow"/>
              </a:rPr>
              <a:t>“Soft” benefits of HR programs difficult to objectively quantify</a:t>
            </a:r>
            <a:endParaRPr/>
          </a:p>
          <a:p>
            <a:pPr indent="-284162" lvl="0" marL="284162" rtl="0" algn="l">
              <a:lnSpc>
                <a:spcPct val="100000"/>
              </a:lnSpc>
              <a:spcBef>
                <a:spcPts val="640"/>
              </a:spcBef>
              <a:spcAft>
                <a:spcPts val="0"/>
              </a:spcAft>
              <a:buClr>
                <a:schemeClr val="lt1"/>
              </a:buClr>
              <a:buSzPts val="3200"/>
              <a:buFont typeface="Times New Roman"/>
              <a:buChar char="•"/>
            </a:pPr>
            <a:r>
              <a:rPr b="0" i="0" lang="en-US" sz="3200" u="none">
                <a:solidFill>
                  <a:schemeClr val="lt1"/>
                </a:solidFill>
                <a:latin typeface="Times New Roman"/>
                <a:ea typeface="Times New Roman"/>
                <a:cs typeface="Times New Roman"/>
                <a:sym typeface="Times New Roman"/>
              </a:rPr>
              <a:t>Availability of Outsourcing</a:t>
            </a:r>
            <a:endParaRPr/>
          </a:p>
          <a:p>
            <a:pPr indent="-285750" lvl="1" marL="742950" rtl="0" algn="l">
              <a:lnSpc>
                <a:spcPct val="100000"/>
              </a:lnSpc>
              <a:spcBef>
                <a:spcPts val="560"/>
              </a:spcBef>
              <a:spcAft>
                <a:spcPts val="0"/>
              </a:spcAft>
              <a:buClr>
                <a:srgbClr val="FFFF99"/>
              </a:buClr>
              <a:buSzPts val="2800"/>
              <a:buFont typeface="Arial Narrow"/>
              <a:buChar char="–"/>
            </a:pPr>
            <a:r>
              <a:rPr b="0" i="0" lang="en-US" sz="2800" u="none">
                <a:solidFill>
                  <a:srgbClr val="FFFF99"/>
                </a:solidFill>
                <a:latin typeface="Arial Narrow"/>
                <a:ea typeface="Arial Narrow"/>
                <a:cs typeface="Arial Narrow"/>
                <a:sym typeface="Arial Narrow"/>
              </a:rPr>
              <a:t>Given availability of cost-effective outsourcing, investments in HR should produce </a:t>
            </a:r>
            <a:r>
              <a:rPr b="0" i="1" lang="en-US" sz="2800" u="none">
                <a:solidFill>
                  <a:srgbClr val="FFFF99"/>
                </a:solidFill>
                <a:latin typeface="Arial Narrow"/>
                <a:ea typeface="Arial Narrow"/>
                <a:cs typeface="Arial Narrow"/>
                <a:sym typeface="Arial Narrow"/>
              </a:rPr>
              <a:t>highest returns</a:t>
            </a:r>
            <a:r>
              <a:rPr b="0" i="0" lang="en-US" sz="2800" u="none">
                <a:solidFill>
                  <a:srgbClr val="FFFF99"/>
                </a:solidFill>
                <a:latin typeface="Arial Narrow"/>
                <a:ea typeface="Arial Narrow"/>
                <a:cs typeface="Arial Narrow"/>
                <a:sym typeface="Arial Narrow"/>
              </a:rPr>
              <a:t> &amp; </a:t>
            </a:r>
            <a:r>
              <a:rPr b="0" i="1" lang="en-US" sz="2800" u="none">
                <a:solidFill>
                  <a:srgbClr val="FFFF99"/>
                </a:solidFill>
                <a:latin typeface="Arial Narrow"/>
                <a:ea typeface="Arial Narrow"/>
                <a:cs typeface="Arial Narrow"/>
                <a:sym typeface="Arial Narrow"/>
              </a:rPr>
              <a:t>sustainable competitive advantages</a:t>
            </a:r>
            <a:r>
              <a:rPr b="0" i="0" lang="en-US" sz="2800" u="none">
                <a:solidFill>
                  <a:srgbClr val="FFFF99"/>
                </a:solidFill>
                <a:latin typeface="Arial Narrow"/>
                <a:ea typeface="Arial Narrow"/>
                <a:cs typeface="Arial Narrow"/>
                <a:sym typeface="Arial Narrow"/>
              </a:rPr>
              <a:t>.</a:t>
            </a:r>
            <a:endParaRPr/>
          </a:p>
        </p:txBody>
      </p:sp>
    </p:spTree>
  </p:cSld>
  <p:clrMapOvr>
    <a:masterClrMapping/>
  </p:clrMapOvr>
  <p:transition spd="med">
    <p:push dir="r"/>
  </p:transition>
</p:sld>
</file>

<file path=ppt/theme/theme1.xml><?xml version="1.0" encoding="utf-8"?>
<a:theme xmlns:a="http://schemas.openxmlformats.org/drawingml/2006/main" xmlns:r="http://schemas.openxmlformats.org/officeDocument/2006/relationships"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